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86" r:id="rId2"/>
    <p:sldId id="257" r:id="rId3"/>
    <p:sldId id="264" r:id="rId4"/>
    <p:sldId id="360" r:id="rId5"/>
    <p:sldId id="261" r:id="rId6"/>
    <p:sldId id="379" r:id="rId7"/>
    <p:sldId id="348" r:id="rId8"/>
    <p:sldId id="361" r:id="rId9"/>
    <p:sldId id="330" r:id="rId10"/>
    <p:sldId id="345" r:id="rId11"/>
    <p:sldId id="388" r:id="rId12"/>
    <p:sldId id="393" r:id="rId13"/>
    <p:sldId id="390" r:id="rId14"/>
    <p:sldId id="392" r:id="rId15"/>
    <p:sldId id="395" r:id="rId16"/>
    <p:sldId id="396" r:id="rId17"/>
    <p:sldId id="362" r:id="rId18"/>
    <p:sldId id="363" r:id="rId19"/>
    <p:sldId id="364" r:id="rId20"/>
    <p:sldId id="366" r:id="rId21"/>
    <p:sldId id="367" r:id="rId22"/>
    <p:sldId id="368" r:id="rId23"/>
    <p:sldId id="369" r:id="rId24"/>
    <p:sldId id="370" r:id="rId25"/>
    <p:sldId id="380" r:id="rId26"/>
    <p:sldId id="381" r:id="rId27"/>
    <p:sldId id="387" r:id="rId28"/>
    <p:sldId id="382" r:id="rId29"/>
    <p:sldId id="383" r:id="rId30"/>
    <p:sldId id="384" r:id="rId31"/>
    <p:sldId id="385" r:id="rId32"/>
    <p:sldId id="371" r:id="rId33"/>
    <p:sldId id="399" r:id="rId34"/>
    <p:sldId id="372" r:id="rId35"/>
    <p:sldId id="373" r:id="rId36"/>
    <p:sldId id="374" r:id="rId37"/>
    <p:sldId id="375" r:id="rId38"/>
    <p:sldId id="376" r:id="rId39"/>
    <p:sldId id="378" r:id="rId40"/>
    <p:sldId id="377" r:id="rId41"/>
    <p:sldId id="397" r:id="rId42"/>
    <p:sldId id="398" r:id="rId43"/>
    <p:sldId id="400" r:id="rId44"/>
    <p:sldId id="401" r:id="rId45"/>
    <p:sldId id="403" r:id="rId46"/>
    <p:sldId id="402" r:id="rId47"/>
    <p:sldId id="404" r:id="rId48"/>
    <p:sldId id="394" r:id="rId49"/>
    <p:sldId id="416" r:id="rId50"/>
    <p:sldId id="391" r:id="rId51"/>
    <p:sldId id="415" r:id="rId52"/>
    <p:sldId id="405" r:id="rId53"/>
    <p:sldId id="406" r:id="rId54"/>
    <p:sldId id="407" r:id="rId55"/>
    <p:sldId id="408" r:id="rId56"/>
    <p:sldId id="413" r:id="rId57"/>
    <p:sldId id="414" r:id="rId58"/>
    <p:sldId id="409" r:id="rId59"/>
    <p:sldId id="410" r:id="rId60"/>
    <p:sldId id="411" r:id="rId61"/>
    <p:sldId id="412" r:id="rId6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3B1B9-ADD9-4BD0-BCED-39D14241EA66}" v="804" dt="2026-03-25T15:22:22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44" autoAdjust="0"/>
  </p:normalViewPr>
  <p:slideViewPr>
    <p:cSldViewPr snapToGrid="0">
      <p:cViewPr varScale="1">
        <p:scale>
          <a:sx n="47" d="100"/>
          <a:sy n="47" d="100"/>
        </p:scale>
        <p:origin x="13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ás Ordax Sommer" userId="6b983d08-dbed-4956-aa35-404793176881" providerId="ADAL" clId="{1ACDF00C-8BD6-4D5F-A171-6A12A363414E}"/>
    <pc:docChg chg="undo custSel addSld delSld modSld sldOrd modMainMaster">
      <pc:chgData name="Nicolás Ordax Sommer" userId="6b983d08-dbed-4956-aa35-404793176881" providerId="ADAL" clId="{1ACDF00C-8BD6-4D5F-A171-6A12A363414E}" dt="2026-03-25T15:22:58.822" v="6695" actId="113"/>
      <pc:docMkLst>
        <pc:docMk/>
      </pc:docMkLst>
      <pc:sldChg chg="add">
        <pc:chgData name="Nicolás Ordax Sommer" userId="6b983d08-dbed-4956-aa35-404793176881" providerId="ADAL" clId="{1ACDF00C-8BD6-4D5F-A171-6A12A363414E}" dt="2026-03-25T13:16:08.116" v="3896"/>
        <pc:sldMkLst>
          <pc:docMk/>
          <pc:sldMk cId="1509411395" sldId="330"/>
        </pc:sldMkLst>
      </pc:sldChg>
      <pc:sldChg chg="add del">
        <pc:chgData name="Nicolás Ordax Sommer" userId="6b983d08-dbed-4956-aa35-404793176881" providerId="ADAL" clId="{1ACDF00C-8BD6-4D5F-A171-6A12A363414E}" dt="2026-03-25T13:15:56.109" v="3895" actId="2696"/>
        <pc:sldMkLst>
          <pc:docMk/>
          <pc:sldMk cId="4229538880" sldId="330"/>
        </pc:sldMkLst>
      </pc:sldChg>
      <pc:sldChg chg="modSp add mod">
        <pc:chgData name="Nicolás Ordax Sommer" userId="6b983d08-dbed-4956-aa35-404793176881" providerId="ADAL" clId="{1ACDF00C-8BD6-4D5F-A171-6A12A363414E}" dt="2026-03-25T13:35:43.761" v="4416" actId="14100"/>
        <pc:sldMkLst>
          <pc:docMk/>
          <pc:sldMk cId="468336987" sldId="345"/>
        </pc:sldMkLst>
        <pc:spChg chg="mod">
          <ac:chgData name="Nicolás Ordax Sommer" userId="6b983d08-dbed-4956-aa35-404793176881" providerId="ADAL" clId="{1ACDF00C-8BD6-4D5F-A171-6A12A363414E}" dt="2026-03-25T13:35:43.761" v="4416" actId="14100"/>
          <ac:spMkLst>
            <pc:docMk/>
            <pc:sldMk cId="468336987" sldId="345"/>
            <ac:spMk id="3" creationId="{9854ABBC-7992-92AC-F3B7-0379FF5ACF73}"/>
          </ac:spMkLst>
        </pc:spChg>
      </pc:sldChg>
      <pc:sldChg chg="addSp delSp modSp del mod">
        <pc:chgData name="Nicolás Ordax Sommer" userId="6b983d08-dbed-4956-aa35-404793176881" providerId="ADAL" clId="{1ACDF00C-8BD6-4D5F-A171-6A12A363414E}" dt="2026-03-25T13:15:56.109" v="3895" actId="2696"/>
        <pc:sldMkLst>
          <pc:docMk/>
          <pc:sldMk cId="2583320272" sldId="345"/>
        </pc:sldMkLst>
        <pc:spChg chg="mod">
          <ac:chgData name="Nicolás Ordax Sommer" userId="6b983d08-dbed-4956-aa35-404793176881" providerId="ADAL" clId="{1ACDF00C-8BD6-4D5F-A171-6A12A363414E}" dt="2026-03-25T12:04:05.746" v="3858" actId="1076"/>
          <ac:spMkLst>
            <pc:docMk/>
            <pc:sldMk cId="2583320272" sldId="345"/>
            <ac:spMk id="4" creationId="{98A5E4DC-1722-90F5-868A-03E3B55BE0A8}"/>
          </ac:spMkLst>
        </pc:spChg>
        <pc:spChg chg="del mod">
          <ac:chgData name="Nicolás Ordax Sommer" userId="6b983d08-dbed-4956-aa35-404793176881" providerId="ADAL" clId="{1ACDF00C-8BD6-4D5F-A171-6A12A363414E}" dt="2026-03-25T12:02:53.825" v="3852" actId="478"/>
          <ac:spMkLst>
            <pc:docMk/>
            <pc:sldMk cId="2583320272" sldId="345"/>
            <ac:spMk id="11" creationId="{F8263B21-8460-7B09-9048-1A47B9D89F15}"/>
          </ac:spMkLst>
        </pc:spChg>
        <pc:spChg chg="del">
          <ac:chgData name="Nicolás Ordax Sommer" userId="6b983d08-dbed-4956-aa35-404793176881" providerId="ADAL" clId="{1ACDF00C-8BD6-4D5F-A171-6A12A363414E}" dt="2026-03-25T12:02:39.603" v="3839" actId="478"/>
          <ac:spMkLst>
            <pc:docMk/>
            <pc:sldMk cId="2583320272" sldId="345"/>
            <ac:spMk id="12" creationId="{23312777-D52B-965B-E41D-7344634638C5}"/>
          </ac:spMkLst>
        </pc:spChg>
        <pc:spChg chg="del">
          <ac:chgData name="Nicolás Ordax Sommer" userId="6b983d08-dbed-4956-aa35-404793176881" providerId="ADAL" clId="{1ACDF00C-8BD6-4D5F-A171-6A12A363414E}" dt="2026-03-25T12:02:41.592" v="3841" actId="478"/>
          <ac:spMkLst>
            <pc:docMk/>
            <pc:sldMk cId="2583320272" sldId="345"/>
            <ac:spMk id="13" creationId="{A5A0E820-041C-043C-300F-67EE5B42683E}"/>
          </ac:spMkLst>
        </pc:spChg>
        <pc:grpChg chg="del">
          <ac:chgData name="Nicolás Ordax Sommer" userId="6b983d08-dbed-4956-aa35-404793176881" providerId="ADAL" clId="{1ACDF00C-8BD6-4D5F-A171-6A12A363414E}" dt="2026-03-25T12:02:40.205" v="3840" actId="478"/>
          <ac:grpSpMkLst>
            <pc:docMk/>
            <pc:sldMk cId="2583320272" sldId="345"/>
            <ac:grpSpMk id="9" creationId="{B8F94EA5-586D-0117-B433-7D2A21D02EF3}"/>
          </ac:grpSpMkLst>
        </pc:grpChg>
        <pc:grpChg chg="del">
          <ac:chgData name="Nicolás Ordax Sommer" userId="6b983d08-dbed-4956-aa35-404793176881" providerId="ADAL" clId="{1ACDF00C-8BD6-4D5F-A171-6A12A363414E}" dt="2026-03-25T12:02:54.315" v="3853" actId="478"/>
          <ac:grpSpMkLst>
            <pc:docMk/>
            <pc:sldMk cId="2583320272" sldId="345"/>
            <ac:grpSpMk id="10" creationId="{0AD0D7AB-AF0D-E6D2-9168-187022A7A572}"/>
          </ac:grpSpMkLst>
        </pc:grpChg>
        <pc:grpChg chg="add del mod">
          <ac:chgData name="Nicolás Ordax Sommer" userId="6b983d08-dbed-4956-aa35-404793176881" providerId="ADAL" clId="{1ACDF00C-8BD6-4D5F-A171-6A12A363414E}" dt="2026-03-25T12:02:52.509" v="3849" actId="478"/>
          <ac:grpSpMkLst>
            <pc:docMk/>
            <pc:sldMk cId="2583320272" sldId="345"/>
            <ac:grpSpMk id="17" creationId="{5C096319-2ED1-3D1C-CD58-1016B1A60863}"/>
          </ac:grpSpMkLst>
        </pc:grpChg>
      </pc:sldChg>
      <pc:sldChg chg="addSp delSp modSp del mod ord">
        <pc:chgData name="Nicolás Ordax Sommer" userId="6b983d08-dbed-4956-aa35-404793176881" providerId="ADAL" clId="{1ACDF00C-8BD6-4D5F-A171-6A12A363414E}" dt="2026-03-25T14:44:16.224" v="5839" actId="47"/>
        <pc:sldMkLst>
          <pc:docMk/>
          <pc:sldMk cId="2342898717" sldId="346"/>
        </pc:sldMkLst>
        <pc:graphicFrameChg chg="add del mod">
          <ac:chgData name="Nicolás Ordax Sommer" userId="6b983d08-dbed-4956-aa35-404793176881" providerId="ADAL" clId="{1ACDF00C-8BD6-4D5F-A171-6A12A363414E}" dt="2026-03-25T14:20:47.005" v="5197" actId="21"/>
          <ac:graphicFrameMkLst>
            <pc:docMk/>
            <pc:sldMk cId="2342898717" sldId="346"/>
            <ac:graphicFrameMk id="2" creationId="{4F7609BE-DF37-BADE-6144-5C50C2137311}"/>
          </ac:graphicFrameMkLst>
        </pc:graphicFrameChg>
        <pc:picChg chg="add del mod">
          <ac:chgData name="Nicolás Ordax Sommer" userId="6b983d08-dbed-4956-aa35-404793176881" providerId="ADAL" clId="{1ACDF00C-8BD6-4D5F-A171-6A12A363414E}" dt="2026-03-25T14:18:06.473" v="5070" actId="21"/>
          <ac:picMkLst>
            <pc:docMk/>
            <pc:sldMk cId="2342898717" sldId="346"/>
            <ac:picMk id="16" creationId="{32874729-0C89-A5F1-73D6-BCDCB4190605}"/>
          </ac:picMkLst>
        </pc:picChg>
      </pc:sldChg>
      <pc:sldChg chg="addSp delSp modSp new del mod">
        <pc:chgData name="Nicolás Ordax Sommer" userId="6b983d08-dbed-4956-aa35-404793176881" providerId="ADAL" clId="{1ACDF00C-8BD6-4D5F-A171-6A12A363414E}" dt="2026-03-25T14:44:18.121" v="5840" actId="47"/>
        <pc:sldMkLst>
          <pc:docMk/>
          <pc:sldMk cId="542567129" sldId="347"/>
        </pc:sldMkLst>
        <pc:spChg chg="add del mod">
          <ac:chgData name="Nicolás Ordax Sommer" userId="6b983d08-dbed-4956-aa35-404793176881" providerId="ADAL" clId="{1ACDF00C-8BD6-4D5F-A171-6A12A363414E}" dt="2026-03-25T13:15:44.042" v="3894" actId="478"/>
          <ac:spMkLst>
            <pc:docMk/>
            <pc:sldMk cId="542567129" sldId="347"/>
            <ac:spMk id="2" creationId="{D55C1F19-8F81-C42D-D2FB-766BBB8C4276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03T12:03:50.711" v="2711" actId="14100"/>
        <pc:sldMkLst>
          <pc:docMk/>
          <pc:sldMk cId="2095176293" sldId="348"/>
        </pc:sldMkLst>
        <pc:spChg chg="mod">
          <ac:chgData name="Nicolás Ordax Sommer" userId="6b983d08-dbed-4956-aa35-404793176881" providerId="ADAL" clId="{1ACDF00C-8BD6-4D5F-A171-6A12A363414E}" dt="2026-03-03T12:03:50.711" v="2711" actId="14100"/>
          <ac:spMkLst>
            <pc:docMk/>
            <pc:sldMk cId="2095176293" sldId="348"/>
            <ac:spMk id="2" creationId="{B622049E-A0B4-B9E3-33AD-885E97D8C326}"/>
          </ac:spMkLst>
        </pc:spChg>
        <pc:spChg chg="mod">
          <ac:chgData name="Nicolás Ordax Sommer" userId="6b983d08-dbed-4956-aa35-404793176881" providerId="ADAL" clId="{1ACDF00C-8BD6-4D5F-A171-6A12A363414E}" dt="2026-03-03T12:01:04.950" v="2686" actId="20577"/>
          <ac:spMkLst>
            <pc:docMk/>
            <pc:sldMk cId="2095176293" sldId="348"/>
            <ac:spMk id="3" creationId="{689A1088-5839-FE94-EBE2-EFD70C4851DE}"/>
          </ac:spMkLst>
        </pc:spChg>
      </pc:sldChg>
      <pc:sldChg chg="modSp add mod">
        <pc:chgData name="Nicolás Ordax Sommer" userId="6b983d08-dbed-4956-aa35-404793176881" providerId="ADAL" clId="{1ACDF00C-8BD6-4D5F-A171-6A12A363414E}" dt="2026-03-03T12:04:01.111" v="2716" actId="14100"/>
        <pc:sldMkLst>
          <pc:docMk/>
          <pc:sldMk cId="276821728" sldId="361"/>
        </pc:sldMkLst>
        <pc:spChg chg="mod">
          <ac:chgData name="Nicolás Ordax Sommer" userId="6b983d08-dbed-4956-aa35-404793176881" providerId="ADAL" clId="{1ACDF00C-8BD6-4D5F-A171-6A12A363414E}" dt="2026-03-03T12:04:01.111" v="2716" actId="14100"/>
          <ac:spMkLst>
            <pc:docMk/>
            <pc:sldMk cId="276821728" sldId="361"/>
            <ac:spMk id="2" creationId="{98A75784-EE15-B6FE-0C60-23519EC8748D}"/>
          </ac:spMkLst>
        </pc:spChg>
      </pc:sldChg>
      <pc:sldChg chg="addSp delSp modSp add mod modNotesTx">
        <pc:chgData name="Nicolás Ordax Sommer" userId="6b983d08-dbed-4956-aa35-404793176881" providerId="ADAL" clId="{1ACDF00C-8BD6-4D5F-A171-6A12A363414E}" dt="2026-03-25T11:34:46.931" v="3756" actId="20577"/>
        <pc:sldMkLst>
          <pc:docMk/>
          <pc:sldMk cId="2210715480" sldId="370"/>
        </pc:sldMkLst>
        <pc:spChg chg="mod">
          <ac:chgData name="Nicolás Ordax Sommer" userId="6b983d08-dbed-4956-aa35-404793176881" providerId="ADAL" clId="{1ACDF00C-8BD6-4D5F-A171-6A12A363414E}" dt="2026-03-03T14:05:38.240" v="2921" actId="20577"/>
          <ac:spMkLst>
            <pc:docMk/>
            <pc:sldMk cId="2210715480" sldId="370"/>
            <ac:spMk id="3" creationId="{5B709968-7FBF-F652-02B7-22288ADFC027}"/>
          </ac:spMkLst>
        </pc:spChg>
        <pc:spChg chg="add mod">
          <ac:chgData name="Nicolás Ordax Sommer" userId="6b983d08-dbed-4956-aa35-404793176881" providerId="ADAL" clId="{1ACDF00C-8BD6-4D5F-A171-6A12A363414E}" dt="2026-03-03T14:05:31.956" v="2912" actId="20577"/>
          <ac:spMkLst>
            <pc:docMk/>
            <pc:sldMk cId="2210715480" sldId="370"/>
            <ac:spMk id="8" creationId="{491B44B7-AD31-4D2B-7408-32F6557F2203}"/>
          </ac:spMkLst>
        </pc:spChg>
      </pc:sldChg>
      <pc:sldChg chg="addSp delSp modSp add mod modNotesTx">
        <pc:chgData name="Nicolás Ordax Sommer" userId="6b983d08-dbed-4956-aa35-404793176881" providerId="ADAL" clId="{1ACDF00C-8BD6-4D5F-A171-6A12A363414E}" dt="2026-03-25T14:02:06.451" v="4894" actId="478"/>
        <pc:sldMkLst>
          <pc:docMk/>
          <pc:sldMk cId="3728919020" sldId="371"/>
        </pc:sldMkLst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3" creationId="{0AF05F47-48A3-3E50-2EF6-CDB3D8DAE069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1" creationId="{6C87FD0C-B459-E705-2169-6DCD40E70BA4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2" creationId="{F8F1A108-8492-BFCE-3884-38968353B1CD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3" creationId="{36F6B502-8B77-0D2E-28CC-8E74CBA4AF74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4" creationId="{C2810E8D-7B3B-021E-B77F-2AC771571A63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5" creationId="{D1EBCCFF-1C5B-504E-ED35-8ECD0A95D820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6" creationId="{2D2954AB-240A-F103-2FEC-074EB5B09DB4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7" creationId="{D9602377-F8FD-5205-C497-74586C3361C7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8" creationId="{F975A823-4633-A02A-4E34-472E402220D2}"/>
          </ac:spMkLst>
        </pc:spChg>
        <pc:spChg chg="del">
          <ac:chgData name="Nicolás Ordax Sommer" userId="6b983d08-dbed-4956-aa35-404793176881" providerId="ADAL" clId="{1ACDF00C-8BD6-4D5F-A171-6A12A363414E}" dt="2026-03-25T14:02:06.451" v="4894" actId="478"/>
          <ac:spMkLst>
            <pc:docMk/>
            <pc:sldMk cId="3728919020" sldId="371"/>
            <ac:spMk id="19" creationId="{2EA9697D-E465-B715-44D2-65851CB416CB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03T11:56:10.623" v="2560" actId="20577"/>
        <pc:sldMkLst>
          <pc:docMk/>
          <pc:sldMk cId="2661949528" sldId="373"/>
        </pc:sldMkLst>
        <pc:spChg chg="mod">
          <ac:chgData name="Nicolás Ordax Sommer" userId="6b983d08-dbed-4956-aa35-404793176881" providerId="ADAL" clId="{1ACDF00C-8BD6-4D5F-A171-6A12A363414E}" dt="2026-03-03T11:56:10.623" v="2560" actId="20577"/>
          <ac:spMkLst>
            <pc:docMk/>
            <pc:sldMk cId="2661949528" sldId="373"/>
            <ac:spMk id="19" creationId="{515C5857-AF56-D81F-6198-57A1E656DC58}"/>
          </ac:spMkLst>
        </pc:spChg>
      </pc:sldChg>
      <pc:sldChg chg="addSp delSp modSp add mod modNotesTx">
        <pc:chgData name="Nicolás Ordax Sommer" userId="6b983d08-dbed-4956-aa35-404793176881" providerId="ADAL" clId="{1ACDF00C-8BD6-4D5F-A171-6A12A363414E}" dt="2026-03-25T13:59:59.309" v="4849" actId="20577"/>
        <pc:sldMkLst>
          <pc:docMk/>
          <pc:sldMk cId="2888889619" sldId="377"/>
        </pc:sldMkLst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6" creationId="{83853313-DDD3-F3CE-C4AD-6C597FDBC40C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7" creationId="{06EA5CA5-D710-FB72-8C76-233912CAAA5D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8" creationId="{5491F507-E90D-CB8B-AA5C-D5C32CD36715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9" creationId="{73C9238E-7DDD-07E2-2114-64B2E9E7960A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10" creationId="{911069DE-7A72-18AC-86D9-D947977B9C30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11" creationId="{C746939F-83C3-2099-70C2-1C6C59B1F3D6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12" creationId="{6A03BA25-B11D-836D-067F-A8325064D632}"/>
          </ac:spMkLst>
        </pc:spChg>
        <pc:spChg chg="add mod">
          <ac:chgData name="Nicolás Ordax Sommer" userId="6b983d08-dbed-4956-aa35-404793176881" providerId="ADAL" clId="{1ACDF00C-8BD6-4D5F-A171-6A12A363414E}" dt="2026-03-03T11:59:24.706" v="2637" actId="164"/>
          <ac:spMkLst>
            <pc:docMk/>
            <pc:sldMk cId="2888889619" sldId="377"/>
            <ac:spMk id="13" creationId="{874C425B-5BF1-C17E-B5C7-4498BF06EF2D}"/>
          </ac:spMkLst>
        </pc:spChg>
        <pc:spChg chg="mod">
          <ac:chgData name="Nicolás Ordax Sommer" userId="6b983d08-dbed-4956-aa35-404793176881" providerId="ADAL" clId="{1ACDF00C-8BD6-4D5F-A171-6A12A363414E}" dt="2026-03-03T11:57:25" v="2582" actId="20577"/>
          <ac:spMkLst>
            <pc:docMk/>
            <pc:sldMk cId="2888889619" sldId="377"/>
            <ac:spMk id="98" creationId="{94FCF0B3-D2CF-C9FB-6627-32842687D5CD}"/>
          </ac:spMkLst>
        </pc:spChg>
        <pc:grpChg chg="add mod">
          <ac:chgData name="Nicolás Ordax Sommer" userId="6b983d08-dbed-4956-aa35-404793176881" providerId="ADAL" clId="{1ACDF00C-8BD6-4D5F-A171-6A12A363414E}" dt="2026-03-03T11:59:24.706" v="2637" actId="164"/>
          <ac:grpSpMkLst>
            <pc:docMk/>
            <pc:sldMk cId="2888889619" sldId="377"/>
            <ac:grpSpMk id="14" creationId="{452C91AD-2F35-3925-F75F-905195FFDC30}"/>
          </ac:grpSpMkLst>
        </pc:grpChg>
        <pc:picChg chg="add mod">
          <ac:chgData name="Nicolás Ordax Sommer" userId="6b983d08-dbed-4956-aa35-404793176881" providerId="ADAL" clId="{1ACDF00C-8BD6-4D5F-A171-6A12A363414E}" dt="2026-03-03T11:59:24.706" v="2637" actId="164"/>
          <ac:picMkLst>
            <pc:docMk/>
            <pc:sldMk cId="2888889619" sldId="377"/>
            <ac:picMk id="5" creationId="{190D0F2E-A3E8-7DE0-270C-E2C114336943}"/>
          </ac:picMkLst>
        </pc:picChg>
      </pc:sldChg>
      <pc:sldChg chg="add ord">
        <pc:chgData name="Nicolás Ordax Sommer" userId="6b983d08-dbed-4956-aa35-404793176881" providerId="ADAL" clId="{1ACDF00C-8BD6-4D5F-A171-6A12A363414E}" dt="2026-03-03T13:53:50.228" v="2851"/>
        <pc:sldMkLst>
          <pc:docMk/>
          <pc:sldMk cId="4092564459" sldId="378"/>
        </pc:sldMkLst>
      </pc:sldChg>
      <pc:sldChg chg="addSp delSp modSp new mod">
        <pc:chgData name="Nicolás Ordax Sommer" userId="6b983d08-dbed-4956-aa35-404793176881" providerId="ADAL" clId="{1ACDF00C-8BD6-4D5F-A171-6A12A363414E}" dt="2026-03-03T12:03:43.293" v="2703" actId="14100"/>
        <pc:sldMkLst>
          <pc:docMk/>
          <pc:sldMk cId="3557661106" sldId="379"/>
        </pc:sldMkLst>
        <pc:spChg chg="add mod">
          <ac:chgData name="Nicolás Ordax Sommer" userId="6b983d08-dbed-4956-aa35-404793176881" providerId="ADAL" clId="{1ACDF00C-8BD6-4D5F-A171-6A12A363414E}" dt="2026-03-03T12:00:53.143" v="2639"/>
          <ac:spMkLst>
            <pc:docMk/>
            <pc:sldMk cId="3557661106" sldId="379"/>
            <ac:spMk id="2" creationId="{C0321370-BA4A-18DC-C929-717F4274F081}"/>
          </ac:spMkLst>
        </pc:spChg>
        <pc:spChg chg="add mod">
          <ac:chgData name="Nicolás Ordax Sommer" userId="6b983d08-dbed-4956-aa35-404793176881" providerId="ADAL" clId="{1ACDF00C-8BD6-4D5F-A171-6A12A363414E}" dt="2026-03-03T12:03:43.293" v="2703" actId="14100"/>
          <ac:spMkLst>
            <pc:docMk/>
            <pc:sldMk cId="3557661106" sldId="379"/>
            <ac:spMk id="3" creationId="{1C7034DA-67DC-8847-DE82-C878A09BD78A}"/>
          </ac:spMkLst>
        </pc:spChg>
        <pc:spChg chg="add mod">
          <ac:chgData name="Nicolás Ordax Sommer" userId="6b983d08-dbed-4956-aa35-404793176881" providerId="ADAL" clId="{1ACDF00C-8BD6-4D5F-A171-6A12A363414E}" dt="2026-03-03T12:01:12.196" v="2687"/>
          <ac:spMkLst>
            <pc:docMk/>
            <pc:sldMk cId="3557661106" sldId="379"/>
            <ac:spMk id="4" creationId="{4A8FF654-344C-931F-CED9-247703095360}"/>
          </ac:spMkLst>
        </pc:spChg>
        <pc:spChg chg="mod topLvl">
          <ac:chgData name="Nicolás Ordax Sommer" userId="6b983d08-dbed-4956-aa35-404793176881" providerId="ADAL" clId="{1ACDF00C-8BD6-4D5F-A171-6A12A363414E}" dt="2026-03-03T12:02:57.320" v="2696" actId="165"/>
          <ac:spMkLst>
            <pc:docMk/>
            <pc:sldMk cId="3557661106" sldId="379"/>
            <ac:spMk id="7" creationId="{8A837B13-123C-5C4C-29ED-A98504BC1B9E}"/>
          </ac:spMkLst>
        </pc:spChg>
        <pc:spChg chg="mod topLvl">
          <ac:chgData name="Nicolás Ordax Sommer" userId="6b983d08-dbed-4956-aa35-404793176881" providerId="ADAL" clId="{1ACDF00C-8BD6-4D5F-A171-6A12A363414E}" dt="2026-03-03T12:02:57.320" v="2696" actId="165"/>
          <ac:spMkLst>
            <pc:docMk/>
            <pc:sldMk cId="3557661106" sldId="379"/>
            <ac:spMk id="11" creationId="{272F547E-5A63-88F8-5E30-683BCBC5C3FC}"/>
          </ac:spMkLst>
        </pc:spChg>
        <pc:spChg chg="mod topLvl">
          <ac:chgData name="Nicolás Ordax Sommer" userId="6b983d08-dbed-4956-aa35-404793176881" providerId="ADAL" clId="{1ACDF00C-8BD6-4D5F-A171-6A12A363414E}" dt="2026-03-03T12:02:57.320" v="2696" actId="165"/>
          <ac:spMkLst>
            <pc:docMk/>
            <pc:sldMk cId="3557661106" sldId="379"/>
            <ac:spMk id="12" creationId="{4A2371B8-6D47-7F6C-5559-870CAC96E109}"/>
          </ac:spMkLst>
        </pc:spChg>
        <pc:picChg chg="add del mod topLvl">
          <ac:chgData name="Nicolás Ordax Sommer" userId="6b983d08-dbed-4956-aa35-404793176881" providerId="ADAL" clId="{1ACDF00C-8BD6-4D5F-A171-6A12A363414E}" dt="2026-03-03T12:02:57.320" v="2696" actId="165"/>
          <ac:picMkLst>
            <pc:docMk/>
            <pc:sldMk cId="3557661106" sldId="379"/>
            <ac:picMk id="6" creationId="{C45C4F40-5E23-9660-BA23-A45E4B529128}"/>
          </ac:picMkLst>
        </pc:picChg>
      </pc:sldChg>
      <pc:sldChg chg="delSp modSp add mod modNotesTx">
        <pc:chgData name="Nicolás Ordax Sommer" userId="6b983d08-dbed-4956-aa35-404793176881" providerId="ADAL" clId="{1ACDF00C-8BD6-4D5F-A171-6A12A363414E}" dt="2026-03-03T14:08:07.814" v="3050" actId="20577"/>
        <pc:sldMkLst>
          <pc:docMk/>
          <pc:sldMk cId="2475328724" sldId="380"/>
        </pc:sldMkLst>
        <pc:spChg chg="mod">
          <ac:chgData name="Nicolás Ordax Sommer" userId="6b983d08-dbed-4956-aa35-404793176881" providerId="ADAL" clId="{1ACDF00C-8BD6-4D5F-A171-6A12A363414E}" dt="2026-03-03T14:05:46.760" v="2935" actId="20577"/>
          <ac:spMkLst>
            <pc:docMk/>
            <pc:sldMk cId="2475328724" sldId="380"/>
            <ac:spMk id="3" creationId="{4FB8835F-C12D-34EC-2252-A8B9CFFA2874}"/>
          </ac:spMkLst>
        </pc:spChg>
        <pc:spChg chg="mod">
          <ac:chgData name="Nicolás Ordax Sommer" userId="6b983d08-dbed-4956-aa35-404793176881" providerId="ADAL" clId="{1ACDF00C-8BD6-4D5F-A171-6A12A363414E}" dt="2026-03-03T14:06:26.712" v="2952" actId="12788"/>
          <ac:spMkLst>
            <pc:docMk/>
            <pc:sldMk cId="2475328724" sldId="380"/>
            <ac:spMk id="8" creationId="{7BCBCAF4-EAEE-8E7F-4D6B-8EAD8B89BA66}"/>
          </ac:spMkLst>
        </pc:spChg>
      </pc:sldChg>
      <pc:sldChg chg="delSp modSp add mod ord">
        <pc:chgData name="Nicolás Ordax Sommer" userId="6b983d08-dbed-4956-aa35-404793176881" providerId="ADAL" clId="{1ACDF00C-8BD6-4D5F-A171-6A12A363414E}" dt="2026-03-25T13:52:11.839" v="4794"/>
        <pc:sldMkLst>
          <pc:docMk/>
          <pc:sldMk cId="3100827455" sldId="381"/>
        </pc:sldMkLst>
        <pc:spChg chg="mod">
          <ac:chgData name="Nicolás Ordax Sommer" userId="6b983d08-dbed-4956-aa35-404793176881" providerId="ADAL" clId="{1ACDF00C-8BD6-4D5F-A171-6A12A363414E}" dt="2026-03-03T14:11:24.833" v="3083" actId="1076"/>
          <ac:spMkLst>
            <pc:docMk/>
            <pc:sldMk cId="3100827455" sldId="381"/>
            <ac:spMk id="3" creationId="{C73B7DA9-C1E4-CAFB-7B7C-A51BB1695D5B}"/>
          </ac:spMkLst>
        </pc:spChg>
      </pc:sldChg>
      <pc:sldChg chg="addSp delSp modSp add mod ord">
        <pc:chgData name="Nicolás Ordax Sommer" userId="6b983d08-dbed-4956-aa35-404793176881" providerId="ADAL" clId="{1ACDF00C-8BD6-4D5F-A171-6A12A363414E}" dt="2026-03-25T13:52:11.839" v="4794"/>
        <pc:sldMkLst>
          <pc:docMk/>
          <pc:sldMk cId="3724601578" sldId="382"/>
        </pc:sldMkLst>
        <pc:spChg chg="add del mod">
          <ac:chgData name="Nicolás Ordax Sommer" userId="6b983d08-dbed-4956-aa35-404793176881" providerId="ADAL" clId="{1ACDF00C-8BD6-4D5F-A171-6A12A363414E}" dt="2026-03-25T11:56:32.453" v="3777" actId="478"/>
          <ac:spMkLst>
            <pc:docMk/>
            <pc:sldMk cId="3724601578" sldId="382"/>
            <ac:spMk id="3" creationId="{2CA6D4CA-C9E3-68D9-F604-69BA8B025719}"/>
          </ac:spMkLst>
        </pc:spChg>
        <pc:spChg chg="add mod">
          <ac:chgData name="Nicolás Ordax Sommer" userId="6b983d08-dbed-4956-aa35-404793176881" providerId="ADAL" clId="{1ACDF00C-8BD6-4D5F-A171-6A12A363414E}" dt="2026-03-03T14:40:07.074" v="3393" actId="1036"/>
          <ac:spMkLst>
            <pc:docMk/>
            <pc:sldMk cId="3724601578" sldId="382"/>
            <ac:spMk id="4" creationId="{F2049B69-1318-41E6-7942-A592E6BC042F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5" creationId="{16FFDC7E-8758-F2B8-60B2-098B931C36AC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6" creationId="{50632B7A-60D8-00FE-5921-0E568D0DEE14}"/>
          </ac:spMkLst>
        </pc:spChg>
        <pc:spChg chg="add mod">
          <ac:chgData name="Nicolás Ordax Sommer" userId="6b983d08-dbed-4956-aa35-404793176881" providerId="ADAL" clId="{1ACDF00C-8BD6-4D5F-A171-6A12A363414E}" dt="2026-03-19T09:11:57.687" v="3642" actId="14100"/>
          <ac:spMkLst>
            <pc:docMk/>
            <pc:sldMk cId="3724601578" sldId="382"/>
            <ac:spMk id="7" creationId="{21C0B86C-FAA6-ECAF-69D1-29C8E8A4359F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12" creationId="{D7CCF568-0926-0923-6FD5-8AA2E333F98E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13" creationId="{B0045A89-F50C-2E9A-8703-14F539C3BC63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20" creationId="{96CEF79F-CDCA-B1EA-7709-A589DF210FBC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22" creationId="{592135E7-CF02-3465-9040-3E5F27831215}"/>
          </ac:spMkLst>
        </pc:spChg>
        <pc:spChg chg="add mod">
          <ac:chgData name="Nicolás Ordax Sommer" userId="6b983d08-dbed-4956-aa35-404793176881" providerId="ADAL" clId="{1ACDF00C-8BD6-4D5F-A171-6A12A363414E}" dt="2026-03-03T15:01:53.936" v="3561" actId="1035"/>
          <ac:spMkLst>
            <pc:docMk/>
            <pc:sldMk cId="3724601578" sldId="382"/>
            <ac:spMk id="27" creationId="{B34FCEB5-FA27-3503-99F4-124C37BE62DF}"/>
          </ac:spMkLst>
        </pc:spChg>
        <pc:spChg chg="add mod">
          <ac:chgData name="Nicolás Ordax Sommer" userId="6b983d08-dbed-4956-aa35-404793176881" providerId="ADAL" clId="{1ACDF00C-8BD6-4D5F-A171-6A12A363414E}" dt="2026-03-19T09:12:31.062" v="3666" actId="1038"/>
          <ac:spMkLst>
            <pc:docMk/>
            <pc:sldMk cId="3724601578" sldId="382"/>
            <ac:spMk id="28" creationId="{392E1092-E04E-B824-738E-393C0ED926AC}"/>
          </ac:spMkLst>
        </pc:spChg>
        <pc:spChg chg="add mod">
          <ac:chgData name="Nicolás Ordax Sommer" userId="6b983d08-dbed-4956-aa35-404793176881" providerId="ADAL" clId="{1ACDF00C-8BD6-4D5F-A171-6A12A363414E}" dt="2026-03-19T09:11:43.941" v="3621" actId="20577"/>
          <ac:spMkLst>
            <pc:docMk/>
            <pc:sldMk cId="3724601578" sldId="382"/>
            <ac:spMk id="29" creationId="{3C28048A-32D2-FF31-8155-84DF84667530}"/>
          </ac:spMkLst>
        </pc:spChg>
        <pc:picChg chg="add mod">
          <ac:chgData name="Nicolás Ordax Sommer" userId="6b983d08-dbed-4956-aa35-404793176881" providerId="ADAL" clId="{1ACDF00C-8BD6-4D5F-A171-6A12A363414E}" dt="2026-03-03T14:29:20.324" v="3315" actId="1076"/>
          <ac:picMkLst>
            <pc:docMk/>
            <pc:sldMk cId="3724601578" sldId="382"/>
            <ac:picMk id="11" creationId="{CF1BF28B-01A7-6D5F-2F97-3295B986537F}"/>
          </ac:picMkLst>
        </pc:picChg>
        <pc:picChg chg="add mod">
          <ac:chgData name="Nicolás Ordax Sommer" userId="6b983d08-dbed-4956-aa35-404793176881" providerId="ADAL" clId="{1ACDF00C-8BD6-4D5F-A171-6A12A363414E}" dt="2026-03-03T14:29:40.534" v="3329" actId="1036"/>
          <ac:picMkLst>
            <pc:docMk/>
            <pc:sldMk cId="3724601578" sldId="382"/>
            <ac:picMk id="14" creationId="{56F0F3F2-B908-E246-A78D-833B56AF0041}"/>
          </ac:picMkLst>
        </pc:picChg>
        <pc:picChg chg="add mod">
          <ac:chgData name="Nicolás Ordax Sommer" userId="6b983d08-dbed-4956-aa35-404793176881" providerId="ADAL" clId="{1ACDF00C-8BD6-4D5F-A171-6A12A363414E}" dt="2026-03-03T14:29:40.534" v="3329" actId="1036"/>
          <ac:picMkLst>
            <pc:docMk/>
            <pc:sldMk cId="3724601578" sldId="382"/>
            <ac:picMk id="15" creationId="{F3A41138-702C-BD37-8187-AAB63E44B427}"/>
          </ac:picMkLst>
        </pc:picChg>
        <pc:picChg chg="add mod">
          <ac:chgData name="Nicolás Ordax Sommer" userId="6b983d08-dbed-4956-aa35-404793176881" providerId="ADAL" clId="{1ACDF00C-8BD6-4D5F-A171-6A12A363414E}" dt="2026-03-03T14:29:40.534" v="3329" actId="1036"/>
          <ac:picMkLst>
            <pc:docMk/>
            <pc:sldMk cId="3724601578" sldId="382"/>
            <ac:picMk id="16" creationId="{C5220EBB-D606-EF6B-3300-6AC42066A435}"/>
          </ac:picMkLst>
        </pc:picChg>
        <pc:picChg chg="add mod">
          <ac:chgData name="Nicolás Ordax Sommer" userId="6b983d08-dbed-4956-aa35-404793176881" providerId="ADAL" clId="{1ACDF00C-8BD6-4D5F-A171-6A12A363414E}" dt="2026-03-03T14:29:40.534" v="3329" actId="1036"/>
          <ac:picMkLst>
            <pc:docMk/>
            <pc:sldMk cId="3724601578" sldId="382"/>
            <ac:picMk id="18" creationId="{2CB0A311-A779-D921-2920-617A4F31C473}"/>
          </ac:picMkLst>
        </pc:picChg>
        <pc:picChg chg="add mod">
          <ac:chgData name="Nicolás Ordax Sommer" userId="6b983d08-dbed-4956-aa35-404793176881" providerId="ADAL" clId="{1ACDF00C-8BD6-4D5F-A171-6A12A363414E}" dt="2026-03-03T15:01:46.943" v="3547" actId="1036"/>
          <ac:picMkLst>
            <pc:docMk/>
            <pc:sldMk cId="3724601578" sldId="382"/>
            <ac:picMk id="19" creationId="{49AE776A-062F-109C-7898-0784766E2DE9}"/>
          </ac:picMkLst>
        </pc:picChg>
        <pc:picChg chg="add mod">
          <ac:chgData name="Nicolás Ordax Sommer" userId="6b983d08-dbed-4956-aa35-404793176881" providerId="ADAL" clId="{1ACDF00C-8BD6-4D5F-A171-6A12A363414E}" dt="2026-03-03T14:29:28.341" v="3323" actId="1036"/>
          <ac:picMkLst>
            <pc:docMk/>
            <pc:sldMk cId="3724601578" sldId="382"/>
            <ac:picMk id="21" creationId="{A875343B-9E6E-29FF-28C5-D95A216AB329}"/>
          </ac:picMkLst>
        </pc:picChg>
        <pc:picChg chg="add mod">
          <ac:chgData name="Nicolás Ordax Sommer" userId="6b983d08-dbed-4956-aa35-404793176881" providerId="ADAL" clId="{1ACDF00C-8BD6-4D5F-A171-6A12A363414E}" dt="2026-03-03T15:01:13.809" v="3501" actId="1076"/>
          <ac:picMkLst>
            <pc:docMk/>
            <pc:sldMk cId="3724601578" sldId="382"/>
            <ac:picMk id="30" creationId="{AEF795E7-EAEA-031A-A9D1-E7587C4C3670}"/>
          </ac:picMkLst>
        </pc:picChg>
        <pc:cxnChg chg="add del mod">
          <ac:chgData name="Nicolás Ordax Sommer" userId="6b983d08-dbed-4956-aa35-404793176881" providerId="ADAL" clId="{1ACDF00C-8BD6-4D5F-A171-6A12A363414E}" dt="2026-03-25T11:56:34.055" v="3778" actId="478"/>
          <ac:cxnSpMkLst>
            <pc:docMk/>
            <pc:sldMk cId="3724601578" sldId="382"/>
            <ac:cxnSpMk id="2" creationId="{713994CE-B09E-A8F9-A906-9957C4E0F7AD}"/>
          </ac:cxnSpMkLst>
        </pc:cxnChg>
        <pc:cxnChg chg="add mod">
          <ac:chgData name="Nicolás Ordax Sommer" userId="6b983d08-dbed-4956-aa35-404793176881" providerId="ADAL" clId="{1ACDF00C-8BD6-4D5F-A171-6A12A363414E}" dt="2026-03-03T14:39:56.404" v="3382" actId="1037"/>
          <ac:cxnSpMkLst>
            <pc:docMk/>
            <pc:sldMk cId="3724601578" sldId="382"/>
            <ac:cxnSpMk id="24" creationId="{9F3FE15B-54B2-8814-6C25-4CDBAC4A2A0F}"/>
          </ac:cxnSpMkLst>
        </pc:cxnChg>
        <pc:cxnChg chg="add mod">
          <ac:chgData name="Nicolás Ordax Sommer" userId="6b983d08-dbed-4956-aa35-404793176881" providerId="ADAL" clId="{1ACDF00C-8BD6-4D5F-A171-6A12A363414E}" dt="2026-03-19T09:12:31.062" v="3666" actId="1038"/>
          <ac:cxnSpMkLst>
            <pc:docMk/>
            <pc:sldMk cId="3724601578" sldId="382"/>
            <ac:cxnSpMk id="26" creationId="{8718F257-ACB5-7804-5F45-6012CFF6F528}"/>
          </ac:cxnSpMkLst>
        </pc:cxnChg>
      </pc:sldChg>
      <pc:sldChg chg="addSp delSp modSp add mod ord">
        <pc:chgData name="Nicolás Ordax Sommer" userId="6b983d08-dbed-4956-aa35-404793176881" providerId="ADAL" clId="{1ACDF00C-8BD6-4D5F-A171-6A12A363414E}" dt="2026-03-25T13:52:11.839" v="4794"/>
        <pc:sldMkLst>
          <pc:docMk/>
          <pc:sldMk cId="2451376459" sldId="383"/>
        </pc:sldMkLst>
        <pc:picChg chg="add mod">
          <ac:chgData name="Nicolás Ordax Sommer" userId="6b983d08-dbed-4956-aa35-404793176881" providerId="ADAL" clId="{1ACDF00C-8BD6-4D5F-A171-6A12A363414E}" dt="2026-03-03T14:54:56.339" v="3412" actId="1076"/>
          <ac:picMkLst>
            <pc:docMk/>
            <pc:sldMk cId="2451376459" sldId="383"/>
            <ac:picMk id="3" creationId="{7C4BE1F1-5228-5A70-64B4-4FEE55C60477}"/>
          </ac:picMkLst>
        </pc:picChg>
        <pc:picChg chg="add mod modCrop">
          <ac:chgData name="Nicolás Ordax Sommer" userId="6b983d08-dbed-4956-aa35-404793176881" providerId="ADAL" clId="{1ACDF00C-8BD6-4D5F-A171-6A12A363414E}" dt="2026-03-03T14:54:56.339" v="3412" actId="1076"/>
          <ac:picMkLst>
            <pc:docMk/>
            <pc:sldMk cId="2451376459" sldId="383"/>
            <ac:picMk id="9" creationId="{31190329-D024-1CD9-2CF4-3A200FBAAE0D}"/>
          </ac:picMkLst>
        </pc:picChg>
        <pc:picChg chg="add mod">
          <ac:chgData name="Nicolás Ordax Sommer" userId="6b983d08-dbed-4956-aa35-404793176881" providerId="ADAL" clId="{1ACDF00C-8BD6-4D5F-A171-6A12A363414E}" dt="2026-03-03T14:54:56.339" v="3412" actId="1076"/>
          <ac:picMkLst>
            <pc:docMk/>
            <pc:sldMk cId="2451376459" sldId="383"/>
            <ac:picMk id="10" creationId="{9CFD622D-35BC-20D7-E075-A495443075E2}"/>
          </ac:picMkLst>
        </pc:picChg>
        <pc:picChg chg="add mod">
          <ac:chgData name="Nicolás Ordax Sommer" userId="6b983d08-dbed-4956-aa35-404793176881" providerId="ADAL" clId="{1ACDF00C-8BD6-4D5F-A171-6A12A363414E}" dt="2026-03-03T14:54:44.271" v="3407" actId="571"/>
          <ac:picMkLst>
            <pc:docMk/>
            <pc:sldMk cId="2451376459" sldId="383"/>
            <ac:picMk id="17" creationId="{3544F3EB-899D-2D5B-4008-B73E6D947C5F}"/>
          </ac:picMkLst>
        </pc:picChg>
        <pc:picChg chg="add mod">
          <ac:chgData name="Nicolás Ordax Sommer" userId="6b983d08-dbed-4956-aa35-404793176881" providerId="ADAL" clId="{1ACDF00C-8BD6-4D5F-A171-6A12A363414E}" dt="2026-03-03T14:54:44.271" v="3407" actId="571"/>
          <ac:picMkLst>
            <pc:docMk/>
            <pc:sldMk cId="2451376459" sldId="383"/>
            <ac:picMk id="23" creationId="{B8B15667-7242-0F28-F74E-3AA28A0EC254}"/>
          </ac:picMkLst>
        </pc:picChg>
        <pc:picChg chg="add mod">
          <ac:chgData name="Nicolás Ordax Sommer" userId="6b983d08-dbed-4956-aa35-404793176881" providerId="ADAL" clId="{1ACDF00C-8BD6-4D5F-A171-6A12A363414E}" dt="2026-03-03T14:54:44.271" v="3407" actId="571"/>
          <ac:picMkLst>
            <pc:docMk/>
            <pc:sldMk cId="2451376459" sldId="383"/>
            <ac:picMk id="25" creationId="{961D6AD7-974D-8FF0-6FE3-B94CA3758C7D}"/>
          </ac:picMkLst>
        </pc:picChg>
        <pc:picChg chg="add mod">
          <ac:chgData name="Nicolás Ordax Sommer" userId="6b983d08-dbed-4956-aa35-404793176881" providerId="ADAL" clId="{1ACDF00C-8BD6-4D5F-A171-6A12A363414E}" dt="2026-03-03T14:54:50.817" v="3410" actId="1076"/>
          <ac:picMkLst>
            <pc:docMk/>
            <pc:sldMk cId="2451376459" sldId="383"/>
            <ac:picMk id="29" creationId="{F77F7614-0D95-393A-03C9-52E5928D30DE}"/>
          </ac:picMkLst>
        </pc:picChg>
        <pc:picChg chg="add mod">
          <ac:chgData name="Nicolás Ordax Sommer" userId="6b983d08-dbed-4956-aa35-404793176881" providerId="ADAL" clId="{1ACDF00C-8BD6-4D5F-A171-6A12A363414E}" dt="2026-03-03T14:54:50.817" v="3410" actId="1076"/>
          <ac:picMkLst>
            <pc:docMk/>
            <pc:sldMk cId="2451376459" sldId="383"/>
            <ac:picMk id="30" creationId="{B7EED541-51B6-D13B-BDF8-91FD0086DFCD}"/>
          </ac:picMkLst>
        </pc:picChg>
        <pc:picChg chg="add mod">
          <ac:chgData name="Nicolás Ordax Sommer" userId="6b983d08-dbed-4956-aa35-404793176881" providerId="ADAL" clId="{1ACDF00C-8BD6-4D5F-A171-6A12A363414E}" dt="2026-03-03T14:54:50.817" v="3410" actId="1076"/>
          <ac:picMkLst>
            <pc:docMk/>
            <pc:sldMk cId="2451376459" sldId="383"/>
            <ac:picMk id="31" creationId="{430B6CFF-2124-196A-484D-9D4D16E79CC0}"/>
          </ac:picMkLst>
        </pc:picChg>
        <pc:picChg chg="add mod">
          <ac:chgData name="Nicolás Ordax Sommer" userId="6b983d08-dbed-4956-aa35-404793176881" providerId="ADAL" clId="{1ACDF00C-8BD6-4D5F-A171-6A12A363414E}" dt="2026-03-03T14:54:52.972" v="3411" actId="1076"/>
          <ac:picMkLst>
            <pc:docMk/>
            <pc:sldMk cId="2451376459" sldId="383"/>
            <ac:picMk id="32" creationId="{DBD6244E-04FC-2587-DA79-74BE0D482269}"/>
          </ac:picMkLst>
        </pc:picChg>
        <pc:picChg chg="add mod">
          <ac:chgData name="Nicolás Ordax Sommer" userId="6b983d08-dbed-4956-aa35-404793176881" providerId="ADAL" clId="{1ACDF00C-8BD6-4D5F-A171-6A12A363414E}" dt="2026-03-03T14:54:52.972" v="3411" actId="1076"/>
          <ac:picMkLst>
            <pc:docMk/>
            <pc:sldMk cId="2451376459" sldId="383"/>
            <ac:picMk id="33" creationId="{1E1C97D0-ED35-F80D-967B-7DA80791565E}"/>
          </ac:picMkLst>
        </pc:picChg>
        <pc:picChg chg="add mod">
          <ac:chgData name="Nicolás Ordax Sommer" userId="6b983d08-dbed-4956-aa35-404793176881" providerId="ADAL" clId="{1ACDF00C-8BD6-4D5F-A171-6A12A363414E}" dt="2026-03-03T14:54:52.972" v="3411" actId="1076"/>
          <ac:picMkLst>
            <pc:docMk/>
            <pc:sldMk cId="2451376459" sldId="383"/>
            <ac:picMk id="34" creationId="{B56EBC18-E442-CE7F-E237-D36C3717A5B0}"/>
          </ac:picMkLst>
        </pc:picChg>
      </pc:sldChg>
      <pc:sldChg chg="addSp delSp modSp add mod ord">
        <pc:chgData name="Nicolás Ordax Sommer" userId="6b983d08-dbed-4956-aa35-404793176881" providerId="ADAL" clId="{1ACDF00C-8BD6-4D5F-A171-6A12A363414E}" dt="2026-03-25T13:52:11.839" v="4794"/>
        <pc:sldMkLst>
          <pc:docMk/>
          <pc:sldMk cId="2675442536" sldId="384"/>
        </pc:sldMkLst>
        <pc:spChg chg="add mod">
          <ac:chgData name="Nicolás Ordax Sommer" userId="6b983d08-dbed-4956-aa35-404793176881" providerId="ADAL" clId="{1ACDF00C-8BD6-4D5F-A171-6A12A363414E}" dt="2026-03-03T14:58:20.294" v="3475" actId="1076"/>
          <ac:spMkLst>
            <pc:docMk/>
            <pc:sldMk cId="2675442536" sldId="384"/>
            <ac:spMk id="5" creationId="{07DBC920-F8FF-2330-46AA-078D7289E515}"/>
          </ac:spMkLst>
        </pc:spChg>
        <pc:spChg chg="add mod">
          <ac:chgData name="Nicolás Ordax Sommer" userId="6b983d08-dbed-4956-aa35-404793176881" providerId="ADAL" clId="{1ACDF00C-8BD6-4D5F-A171-6A12A363414E}" dt="2026-03-03T14:58:57.465" v="3499" actId="1076"/>
          <ac:spMkLst>
            <pc:docMk/>
            <pc:sldMk cId="2675442536" sldId="384"/>
            <ac:spMk id="6" creationId="{4805267C-21E5-B52C-471F-2F9D50B802E2}"/>
          </ac:spMkLst>
        </pc:spChg>
        <pc:picChg chg="add">
          <ac:chgData name="Nicolás Ordax Sommer" userId="6b983d08-dbed-4956-aa35-404793176881" providerId="ADAL" clId="{1ACDF00C-8BD6-4D5F-A171-6A12A363414E}" dt="2026-03-03T14:57:56.263" v="3415"/>
          <ac:picMkLst>
            <pc:docMk/>
            <pc:sldMk cId="2675442536" sldId="384"/>
            <ac:picMk id="2" creationId="{0015855D-CBF4-E974-10D6-1BAB5D9CE3CF}"/>
          </ac:picMkLst>
        </pc:picChg>
      </pc:sldChg>
      <pc:sldChg chg="delSp modSp add mod ord">
        <pc:chgData name="Nicolás Ordax Sommer" userId="6b983d08-dbed-4956-aa35-404793176881" providerId="ADAL" clId="{1ACDF00C-8BD6-4D5F-A171-6A12A363414E}" dt="2026-03-25T13:52:11.839" v="4794"/>
        <pc:sldMkLst>
          <pc:docMk/>
          <pc:sldMk cId="1725039194" sldId="385"/>
        </pc:sldMkLst>
        <pc:spChg chg="mod">
          <ac:chgData name="Nicolás Ordax Sommer" userId="6b983d08-dbed-4956-aa35-404793176881" providerId="ADAL" clId="{1ACDF00C-8BD6-4D5F-A171-6A12A363414E}" dt="2026-03-03T15:08:58.866" v="3584" actId="20577"/>
          <ac:spMkLst>
            <pc:docMk/>
            <pc:sldMk cId="1725039194" sldId="385"/>
            <ac:spMk id="5" creationId="{CA10E3C0-660A-8123-4991-9822AFED9748}"/>
          </ac:spMkLst>
        </pc:spChg>
      </pc:sldChg>
      <pc:sldChg chg="add ord">
        <pc:chgData name="Nicolás Ordax Sommer" userId="6b983d08-dbed-4956-aa35-404793176881" providerId="ADAL" clId="{1ACDF00C-8BD6-4D5F-A171-6A12A363414E}" dt="2026-03-25T12:04:34.823" v="3861"/>
        <pc:sldMkLst>
          <pc:docMk/>
          <pc:sldMk cId="1369752431" sldId="386"/>
        </pc:sldMkLst>
      </pc:sldChg>
      <pc:sldChg chg="add ord">
        <pc:chgData name="Nicolás Ordax Sommer" userId="6b983d08-dbed-4956-aa35-404793176881" providerId="ADAL" clId="{1ACDF00C-8BD6-4D5F-A171-6A12A363414E}" dt="2026-03-25T13:52:11.839" v="4794"/>
        <pc:sldMkLst>
          <pc:docMk/>
          <pc:sldMk cId="1815020676" sldId="387"/>
        </pc:sldMkLst>
      </pc:sldChg>
      <pc:sldChg chg="delSp modSp add mod">
        <pc:chgData name="Nicolás Ordax Sommer" userId="6b983d08-dbed-4956-aa35-404793176881" providerId="ADAL" clId="{1ACDF00C-8BD6-4D5F-A171-6A12A363414E}" dt="2026-03-25T13:36:17.685" v="4418" actId="478"/>
        <pc:sldMkLst>
          <pc:docMk/>
          <pc:sldMk cId="3193810865" sldId="388"/>
        </pc:sldMkLst>
        <pc:spChg chg="mod">
          <ac:chgData name="Nicolás Ordax Sommer" userId="6b983d08-dbed-4956-aa35-404793176881" providerId="ADAL" clId="{1ACDF00C-8BD6-4D5F-A171-6A12A363414E}" dt="2026-03-25T13:35:39.486" v="4414"/>
          <ac:spMkLst>
            <pc:docMk/>
            <pc:sldMk cId="3193810865" sldId="388"/>
            <ac:spMk id="3" creationId="{A4918B90-E1EC-A35D-9D74-2582E14CE3C9}"/>
          </ac:spMkLst>
        </pc:spChg>
        <pc:spChg chg="del">
          <ac:chgData name="Nicolás Ordax Sommer" userId="6b983d08-dbed-4956-aa35-404793176881" providerId="ADAL" clId="{1ACDF00C-8BD6-4D5F-A171-6A12A363414E}" dt="2026-03-25T13:36:17.685" v="4418" actId="478"/>
          <ac:spMkLst>
            <pc:docMk/>
            <pc:sldMk cId="3193810865" sldId="388"/>
            <ac:spMk id="5" creationId="{B955D39F-A0E7-C439-210B-C1287C318B1C}"/>
          </ac:spMkLst>
        </pc:spChg>
      </pc:sldChg>
      <pc:sldChg chg="addSp modSp add del mod">
        <pc:chgData name="Nicolás Ordax Sommer" userId="6b983d08-dbed-4956-aa35-404793176881" providerId="ADAL" clId="{1ACDF00C-8BD6-4D5F-A171-6A12A363414E}" dt="2026-03-25T13:15:56.109" v="3895" actId="2696"/>
        <pc:sldMkLst>
          <pc:docMk/>
          <pc:sldMk cId="4229352488" sldId="388"/>
        </pc:sldMkLst>
        <pc:spChg chg="mod">
          <ac:chgData name="Nicolás Ordax Sommer" userId="6b983d08-dbed-4956-aa35-404793176881" providerId="ADAL" clId="{1ACDF00C-8BD6-4D5F-A171-6A12A363414E}" dt="2026-03-25T12:06:10.186" v="3876" actId="207"/>
          <ac:spMkLst>
            <pc:docMk/>
            <pc:sldMk cId="4229352488" sldId="388"/>
            <ac:spMk id="4" creationId="{CB2B366D-45EE-0BD0-7AFF-E220F01B4C91}"/>
          </ac:spMkLst>
        </pc:spChg>
        <pc:spChg chg="add mod">
          <ac:chgData name="Nicolás Ordax Sommer" userId="6b983d08-dbed-4956-aa35-404793176881" providerId="ADAL" clId="{1ACDF00C-8BD6-4D5F-A171-6A12A363414E}" dt="2026-03-25T13:15:31.651" v="3893" actId="20577"/>
          <ac:spMkLst>
            <pc:docMk/>
            <pc:sldMk cId="4229352488" sldId="388"/>
            <ac:spMk id="5" creationId="{B955D39F-A0E7-C439-210B-C1287C318B1C}"/>
          </ac:spMkLst>
        </pc:spChg>
      </pc:sldChg>
      <pc:sldChg chg="add del">
        <pc:chgData name="Nicolás Ordax Sommer" userId="6b983d08-dbed-4956-aa35-404793176881" providerId="ADAL" clId="{1ACDF00C-8BD6-4D5F-A171-6A12A363414E}" dt="2026-03-25T13:31:46.118" v="4128" actId="47"/>
        <pc:sldMkLst>
          <pc:docMk/>
          <pc:sldMk cId="3284087849" sldId="389"/>
        </pc:sldMkLst>
      </pc:sldChg>
      <pc:sldChg chg="addSp delSp modSp add mod">
        <pc:chgData name="Nicolás Ordax Sommer" userId="6b983d08-dbed-4956-aa35-404793176881" providerId="ADAL" clId="{1ACDF00C-8BD6-4D5F-A171-6A12A363414E}" dt="2026-03-25T13:44:19.910" v="4601" actId="6549"/>
        <pc:sldMkLst>
          <pc:docMk/>
          <pc:sldMk cId="651969781" sldId="390"/>
        </pc:sldMkLst>
        <pc:spChg chg="mod">
          <ac:chgData name="Nicolás Ordax Sommer" userId="6b983d08-dbed-4956-aa35-404793176881" providerId="ADAL" clId="{1ACDF00C-8BD6-4D5F-A171-6A12A363414E}" dt="2026-03-25T13:35:35.523" v="4412" actId="14100"/>
          <ac:spMkLst>
            <pc:docMk/>
            <pc:sldMk cId="651969781" sldId="390"/>
            <ac:spMk id="3" creationId="{DB519A9A-FE33-54FC-4054-B9048521D7AA}"/>
          </ac:spMkLst>
        </pc:spChg>
        <pc:spChg chg="mod">
          <ac:chgData name="Nicolás Ordax Sommer" userId="6b983d08-dbed-4956-aa35-404793176881" providerId="ADAL" clId="{1ACDF00C-8BD6-4D5F-A171-6A12A363414E}" dt="2026-03-25T13:44:19.910" v="4601" actId="6549"/>
          <ac:spMkLst>
            <pc:docMk/>
            <pc:sldMk cId="651969781" sldId="390"/>
            <ac:spMk id="4" creationId="{4F288AE0-A338-9530-0CC2-6A374AB7FA82}"/>
          </ac:spMkLst>
        </pc:spChg>
        <pc:spChg chg="del">
          <ac:chgData name="Nicolás Ordax Sommer" userId="6b983d08-dbed-4956-aa35-404793176881" providerId="ADAL" clId="{1ACDF00C-8BD6-4D5F-A171-6A12A363414E}" dt="2026-03-25T13:26:23.883" v="4077" actId="478"/>
          <ac:spMkLst>
            <pc:docMk/>
            <pc:sldMk cId="651969781" sldId="390"/>
            <ac:spMk id="5" creationId="{D3878362-02C5-7F08-04BF-54586FB918B3}"/>
          </ac:spMkLst>
        </pc:spChg>
        <pc:spChg chg="add del mod">
          <ac:chgData name="Nicolás Ordax Sommer" userId="6b983d08-dbed-4956-aa35-404793176881" providerId="ADAL" clId="{1ACDF00C-8BD6-4D5F-A171-6A12A363414E}" dt="2026-03-25T13:33:48.421" v="4321" actId="478"/>
          <ac:spMkLst>
            <pc:docMk/>
            <pc:sldMk cId="651969781" sldId="390"/>
            <ac:spMk id="6" creationId="{2C342FFC-6306-0D09-116A-6D424AB61715}"/>
          </ac:spMkLst>
        </pc:spChg>
      </pc:sldChg>
      <pc:sldChg chg="add del">
        <pc:chgData name="Nicolás Ordax Sommer" userId="6b983d08-dbed-4956-aa35-404793176881" providerId="ADAL" clId="{1ACDF00C-8BD6-4D5F-A171-6A12A363414E}" dt="2026-03-25T13:38:11.754" v="4420" actId="2696"/>
        <pc:sldMkLst>
          <pc:docMk/>
          <pc:sldMk cId="1258799131" sldId="391"/>
        </pc:sldMkLst>
      </pc:sldChg>
      <pc:sldChg chg="addSp delSp modSp add mod ord">
        <pc:chgData name="Nicolás Ordax Sommer" userId="6b983d08-dbed-4956-aa35-404793176881" providerId="ADAL" clId="{1ACDF00C-8BD6-4D5F-A171-6A12A363414E}" dt="2026-03-25T15:06:37.500" v="6583" actId="20577"/>
        <pc:sldMkLst>
          <pc:docMk/>
          <pc:sldMk cId="1710005395" sldId="391"/>
        </pc:sldMkLst>
        <pc:spChg chg="mod">
          <ac:chgData name="Nicolás Ordax Sommer" userId="6b983d08-dbed-4956-aa35-404793176881" providerId="ADAL" clId="{1ACDF00C-8BD6-4D5F-A171-6A12A363414E}" dt="2026-03-25T14:38:32.887" v="5755" actId="20577"/>
          <ac:spMkLst>
            <pc:docMk/>
            <pc:sldMk cId="1710005395" sldId="391"/>
            <ac:spMk id="2" creationId="{D30419DE-FAE4-E848-2CA4-65A9B43DC21B}"/>
          </ac:spMkLst>
        </pc:spChg>
        <pc:spChg chg="mod">
          <ac:chgData name="Nicolás Ordax Sommer" userId="6b983d08-dbed-4956-aa35-404793176881" providerId="ADAL" clId="{1ACDF00C-8BD6-4D5F-A171-6A12A363414E}" dt="2026-03-25T15:06:37.500" v="6583" actId="20577"/>
          <ac:spMkLst>
            <pc:docMk/>
            <pc:sldMk cId="1710005395" sldId="391"/>
            <ac:spMk id="4" creationId="{9E227175-5E66-0C28-02EF-9502E9B32356}"/>
          </ac:spMkLst>
        </pc:spChg>
        <pc:spChg chg="add del mod">
          <ac:chgData name="Nicolás Ordax Sommer" userId="6b983d08-dbed-4956-aa35-404793176881" providerId="ADAL" clId="{1ACDF00C-8BD6-4D5F-A171-6A12A363414E}" dt="2026-03-25T15:05:08.957" v="6557" actId="478"/>
          <ac:spMkLst>
            <pc:docMk/>
            <pc:sldMk cId="1710005395" sldId="391"/>
            <ac:spMk id="5" creationId="{D0221818-079D-A85A-D18D-8CA390DE4737}"/>
          </ac:spMkLst>
        </pc:spChg>
        <pc:spChg chg="add del mod">
          <ac:chgData name="Nicolás Ordax Sommer" userId="6b983d08-dbed-4956-aa35-404793176881" providerId="ADAL" clId="{1ACDF00C-8BD6-4D5F-A171-6A12A363414E}" dt="2026-03-25T15:05:10.411" v="6559" actId="478"/>
          <ac:spMkLst>
            <pc:docMk/>
            <pc:sldMk cId="1710005395" sldId="391"/>
            <ac:spMk id="7" creationId="{791D6109-0A82-4B3B-56EF-FCB3CC6A9B01}"/>
          </ac:spMkLst>
        </pc:spChg>
        <pc:picChg chg="add del mod">
          <ac:chgData name="Nicolás Ordax Sommer" userId="6b983d08-dbed-4956-aa35-404793176881" providerId="ADAL" clId="{1ACDF00C-8BD6-4D5F-A171-6A12A363414E}" dt="2026-03-25T15:05:09.639" v="6558" actId="478"/>
          <ac:picMkLst>
            <pc:docMk/>
            <pc:sldMk cId="1710005395" sldId="391"/>
            <ac:picMk id="6" creationId="{527096B7-4F88-9CCA-F5EF-D44A9CAD8C94}"/>
          </ac:picMkLst>
        </pc:picChg>
        <pc:picChg chg="add del mod">
          <ac:chgData name="Nicolás Ordax Sommer" userId="6b983d08-dbed-4956-aa35-404793176881" providerId="ADAL" clId="{1ACDF00C-8BD6-4D5F-A171-6A12A363414E}" dt="2026-03-25T15:05:12.979" v="6560" actId="478"/>
          <ac:picMkLst>
            <pc:docMk/>
            <pc:sldMk cId="1710005395" sldId="391"/>
            <ac:picMk id="8" creationId="{18B74342-9450-5AE1-6036-8E94EB560E63}"/>
          </ac:picMkLst>
        </pc:picChg>
      </pc:sldChg>
      <pc:sldChg chg="modSp add mod">
        <pc:chgData name="Nicolás Ordax Sommer" userId="6b983d08-dbed-4956-aa35-404793176881" providerId="ADAL" clId="{1ACDF00C-8BD6-4D5F-A171-6A12A363414E}" dt="2026-03-25T13:35:27.645" v="4410" actId="14100"/>
        <pc:sldMkLst>
          <pc:docMk/>
          <pc:sldMk cId="263994756" sldId="392"/>
        </pc:sldMkLst>
        <pc:spChg chg="mod">
          <ac:chgData name="Nicolás Ordax Sommer" userId="6b983d08-dbed-4956-aa35-404793176881" providerId="ADAL" clId="{1ACDF00C-8BD6-4D5F-A171-6A12A363414E}" dt="2026-03-25T13:35:27.645" v="4410" actId="14100"/>
          <ac:spMkLst>
            <pc:docMk/>
            <pc:sldMk cId="263994756" sldId="392"/>
            <ac:spMk id="3" creationId="{A1883D29-ABE0-5617-016B-7C2E8D66954D}"/>
          </ac:spMkLst>
        </pc:spChg>
        <pc:spChg chg="mod">
          <ac:chgData name="Nicolás Ordax Sommer" userId="6b983d08-dbed-4956-aa35-404793176881" providerId="ADAL" clId="{1ACDF00C-8BD6-4D5F-A171-6A12A363414E}" dt="2026-03-25T13:34:58.181" v="4371" actId="20577"/>
          <ac:spMkLst>
            <pc:docMk/>
            <pc:sldMk cId="263994756" sldId="392"/>
            <ac:spMk id="4" creationId="{B71911DE-DE3A-38FE-5E89-A76347891548}"/>
          </ac:spMkLst>
        </pc:spChg>
        <pc:spChg chg="mod">
          <ac:chgData name="Nicolás Ordax Sommer" userId="6b983d08-dbed-4956-aa35-404793176881" providerId="ADAL" clId="{1ACDF00C-8BD6-4D5F-A171-6A12A363414E}" dt="2026-03-25T13:33:58.131" v="4343" actId="1076"/>
          <ac:spMkLst>
            <pc:docMk/>
            <pc:sldMk cId="263994756" sldId="392"/>
            <ac:spMk id="6" creationId="{EEBA3F1A-E5BE-3077-B27A-1C61717AE2D8}"/>
          </ac:spMkLst>
        </pc:spChg>
      </pc:sldChg>
      <pc:sldChg chg="add">
        <pc:chgData name="Nicolás Ordax Sommer" userId="6b983d08-dbed-4956-aa35-404793176881" providerId="ADAL" clId="{1ACDF00C-8BD6-4D5F-A171-6A12A363414E}" dt="2026-03-25T13:36:15.174" v="4417"/>
        <pc:sldMkLst>
          <pc:docMk/>
          <pc:sldMk cId="4020502627" sldId="393"/>
        </pc:sldMkLst>
      </pc:sldChg>
      <pc:sldChg chg="add del">
        <pc:chgData name="Nicolás Ordax Sommer" userId="6b983d08-dbed-4956-aa35-404793176881" providerId="ADAL" clId="{1ACDF00C-8BD6-4D5F-A171-6A12A363414E}" dt="2026-03-25T13:38:11.754" v="4420" actId="2696"/>
        <pc:sldMkLst>
          <pc:docMk/>
          <pc:sldMk cId="753454433" sldId="394"/>
        </pc:sldMkLst>
      </pc:sldChg>
      <pc:sldChg chg="modSp add mod ord">
        <pc:chgData name="Nicolás Ordax Sommer" userId="6b983d08-dbed-4956-aa35-404793176881" providerId="ADAL" clId="{1ACDF00C-8BD6-4D5F-A171-6A12A363414E}" dt="2026-03-25T14:38:35.013" v="5756" actId="20577"/>
        <pc:sldMkLst>
          <pc:docMk/>
          <pc:sldMk cId="1884354138" sldId="394"/>
        </pc:sldMkLst>
        <pc:spChg chg="mod">
          <ac:chgData name="Nicolás Ordax Sommer" userId="6b983d08-dbed-4956-aa35-404793176881" providerId="ADAL" clId="{1ACDF00C-8BD6-4D5F-A171-6A12A363414E}" dt="2026-03-25T14:38:35.013" v="5756" actId="20577"/>
          <ac:spMkLst>
            <pc:docMk/>
            <pc:sldMk cId="1884354138" sldId="394"/>
            <ac:spMk id="2" creationId="{107ECDA8-1647-770C-5BA8-A47B1952FA69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25T13:57:12.850" v="4826" actId="21"/>
        <pc:sldMkLst>
          <pc:docMk/>
          <pc:sldMk cId="3635977271" sldId="395"/>
        </pc:sldMkLst>
        <pc:spChg chg="mod">
          <ac:chgData name="Nicolás Ordax Sommer" userId="6b983d08-dbed-4956-aa35-404793176881" providerId="ADAL" clId="{1ACDF00C-8BD6-4D5F-A171-6A12A363414E}" dt="2026-03-25T13:46:13.487" v="4689" actId="20577"/>
          <ac:spMkLst>
            <pc:docMk/>
            <pc:sldMk cId="3635977271" sldId="395"/>
            <ac:spMk id="3" creationId="{A465BC5C-A83A-72C8-4C3E-A4E6D7F37D9D}"/>
          </ac:spMkLst>
        </pc:spChg>
        <pc:spChg chg="del">
          <ac:chgData name="Nicolás Ordax Sommer" userId="6b983d08-dbed-4956-aa35-404793176881" providerId="ADAL" clId="{1ACDF00C-8BD6-4D5F-A171-6A12A363414E}" dt="2026-03-25T13:38:45.581" v="4423" actId="478"/>
          <ac:spMkLst>
            <pc:docMk/>
            <pc:sldMk cId="3635977271" sldId="395"/>
            <ac:spMk id="4" creationId="{A4B7260D-8732-F974-6B22-F946339BF87D}"/>
          </ac:spMkLst>
        </pc:spChg>
        <pc:spChg chg="del">
          <ac:chgData name="Nicolás Ordax Sommer" userId="6b983d08-dbed-4956-aa35-404793176881" providerId="ADAL" clId="{1ACDF00C-8BD6-4D5F-A171-6A12A363414E}" dt="2026-03-25T13:38:46.932" v="4424" actId="478"/>
          <ac:spMkLst>
            <pc:docMk/>
            <pc:sldMk cId="3635977271" sldId="395"/>
            <ac:spMk id="6" creationId="{4BFFC734-E966-A9C2-0682-D2233411E143}"/>
          </ac:spMkLst>
        </pc:spChg>
        <pc:spChg chg="add mod">
          <ac:chgData name="Nicolás Ordax Sommer" userId="6b983d08-dbed-4956-aa35-404793176881" providerId="ADAL" clId="{1ACDF00C-8BD6-4D5F-A171-6A12A363414E}" dt="2026-03-25T13:45:25.281" v="4659" actId="1076"/>
          <ac:spMkLst>
            <pc:docMk/>
            <pc:sldMk cId="3635977271" sldId="395"/>
            <ac:spMk id="7" creationId="{14DD95A0-E48A-45CE-4D8C-CF883C6E46D2}"/>
          </ac:spMkLst>
        </pc:spChg>
        <pc:graphicFrameChg chg="add mod modGraphic">
          <ac:chgData name="Nicolás Ordax Sommer" userId="6b983d08-dbed-4956-aa35-404793176881" providerId="ADAL" clId="{1ACDF00C-8BD6-4D5F-A171-6A12A363414E}" dt="2026-03-25T13:48:55.085" v="4790" actId="1076"/>
          <ac:graphicFrameMkLst>
            <pc:docMk/>
            <pc:sldMk cId="3635977271" sldId="395"/>
            <ac:graphicFrameMk id="5" creationId="{684E6E49-70E1-EB37-BF15-F3222701D013}"/>
          </ac:graphicFrameMkLst>
        </pc:graphicFrameChg>
        <pc:graphicFrameChg chg="add del mod">
          <ac:chgData name="Nicolás Ordax Sommer" userId="6b983d08-dbed-4956-aa35-404793176881" providerId="ADAL" clId="{1ACDF00C-8BD6-4D5F-A171-6A12A363414E}" dt="2026-03-25T13:57:12.850" v="4826" actId="21"/>
          <ac:graphicFrameMkLst>
            <pc:docMk/>
            <pc:sldMk cId="3635977271" sldId="395"/>
            <ac:graphicFrameMk id="9" creationId="{1B82978D-EE15-458E-7563-2821673C022F}"/>
          </ac:graphicFrameMkLst>
        </pc:graphicFrameChg>
        <pc:graphicFrameChg chg="add del mod">
          <ac:chgData name="Nicolás Ordax Sommer" userId="6b983d08-dbed-4956-aa35-404793176881" providerId="ADAL" clId="{1ACDF00C-8BD6-4D5F-A171-6A12A363414E}" dt="2026-03-25T13:57:12.850" v="4826" actId="21"/>
          <ac:graphicFrameMkLst>
            <pc:docMk/>
            <pc:sldMk cId="3635977271" sldId="395"/>
            <ac:graphicFrameMk id="10" creationId="{4CF263F4-29FB-D9D8-DCDF-35FBF5D4E5E9}"/>
          </ac:graphicFrameMkLst>
        </pc:graphicFrameChg>
        <pc:picChg chg="add mod">
          <ac:chgData name="Nicolás Ordax Sommer" userId="6b983d08-dbed-4956-aa35-404793176881" providerId="ADAL" clId="{1ACDF00C-8BD6-4D5F-A171-6A12A363414E}" dt="2026-03-25T13:49:04.845" v="4791" actId="1076"/>
          <ac:picMkLst>
            <pc:docMk/>
            <pc:sldMk cId="3635977271" sldId="395"/>
            <ac:picMk id="8" creationId="{68B5C8BA-8A80-80D1-8B2B-642D4BF13CCA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3:49:45.657" v="4792" actId="1076"/>
        <pc:sldMkLst>
          <pc:docMk/>
          <pc:sldMk cId="2445762947" sldId="396"/>
        </pc:sldMkLst>
        <pc:spChg chg="mod">
          <ac:chgData name="Nicolás Ordax Sommer" userId="6b983d08-dbed-4956-aa35-404793176881" providerId="ADAL" clId="{1ACDF00C-8BD6-4D5F-A171-6A12A363414E}" dt="2026-03-25T13:46:19.043" v="4696" actId="20577"/>
          <ac:spMkLst>
            <pc:docMk/>
            <pc:sldMk cId="2445762947" sldId="396"/>
            <ac:spMk id="3" creationId="{9DC1D70A-7FAB-833E-DC3D-9F9F8D674826}"/>
          </ac:spMkLst>
        </pc:spChg>
        <pc:spChg chg="del">
          <ac:chgData name="Nicolás Ordax Sommer" userId="6b983d08-dbed-4956-aa35-404793176881" providerId="ADAL" clId="{1ACDF00C-8BD6-4D5F-A171-6A12A363414E}" dt="2026-03-25T13:46:00.268" v="4663" actId="478"/>
          <ac:spMkLst>
            <pc:docMk/>
            <pc:sldMk cId="2445762947" sldId="396"/>
            <ac:spMk id="7" creationId="{869559B2-CE24-14F0-378C-F9CF280C58B1}"/>
          </ac:spMkLst>
        </pc:spChg>
        <pc:graphicFrameChg chg="add mod modGraphic">
          <ac:chgData name="Nicolás Ordax Sommer" userId="6b983d08-dbed-4956-aa35-404793176881" providerId="ADAL" clId="{1ACDF00C-8BD6-4D5F-A171-6A12A363414E}" dt="2026-03-25T13:49:45.657" v="4792" actId="1076"/>
          <ac:graphicFrameMkLst>
            <pc:docMk/>
            <pc:sldMk cId="2445762947" sldId="396"/>
            <ac:graphicFrameMk id="4" creationId="{EE4515F8-57BC-C046-9339-1E70FC8661E1}"/>
          </ac:graphicFrameMkLst>
        </pc:graphicFrameChg>
        <pc:graphicFrameChg chg="del">
          <ac:chgData name="Nicolás Ordax Sommer" userId="6b983d08-dbed-4956-aa35-404793176881" providerId="ADAL" clId="{1ACDF00C-8BD6-4D5F-A171-6A12A363414E}" dt="2026-03-25T13:45:58.366" v="4661" actId="478"/>
          <ac:graphicFrameMkLst>
            <pc:docMk/>
            <pc:sldMk cId="2445762947" sldId="396"/>
            <ac:graphicFrameMk id="5" creationId="{7B2C0C73-3D9D-47C5-68C2-A94234413A10}"/>
          </ac:graphicFrameMkLst>
        </pc:graphicFrameChg>
        <pc:picChg chg="del">
          <ac:chgData name="Nicolás Ordax Sommer" userId="6b983d08-dbed-4956-aa35-404793176881" providerId="ADAL" clId="{1ACDF00C-8BD6-4D5F-A171-6A12A363414E}" dt="2026-03-25T13:45:59.112" v="4662" actId="478"/>
          <ac:picMkLst>
            <pc:docMk/>
            <pc:sldMk cId="2445762947" sldId="396"/>
            <ac:picMk id="8" creationId="{44A7DBBD-B907-6A99-8A78-6E0B8A7AD5E0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4:01:01.788" v="4860" actId="1076"/>
        <pc:sldMkLst>
          <pc:docMk/>
          <pc:sldMk cId="3183643233" sldId="397"/>
        </pc:sldMkLst>
        <pc:spChg chg="mod">
          <ac:chgData name="Nicolás Ordax Sommer" userId="6b983d08-dbed-4956-aa35-404793176881" providerId="ADAL" clId="{1ACDF00C-8BD6-4D5F-A171-6A12A363414E}" dt="2026-03-25T13:56:54.051" v="4822" actId="20577"/>
          <ac:spMkLst>
            <pc:docMk/>
            <pc:sldMk cId="3183643233" sldId="397"/>
            <ac:spMk id="3" creationId="{17F59572-DE7B-D2E9-E3F7-5BE7986A30A0}"/>
          </ac:spMkLst>
        </pc:spChg>
        <pc:spChg chg="add mod">
          <ac:chgData name="Nicolás Ordax Sommer" userId="6b983d08-dbed-4956-aa35-404793176881" providerId="ADAL" clId="{1ACDF00C-8BD6-4D5F-A171-6A12A363414E}" dt="2026-03-25T14:01:01.788" v="4860" actId="1076"/>
          <ac:spMkLst>
            <pc:docMk/>
            <pc:sldMk cId="3183643233" sldId="397"/>
            <ac:spMk id="18" creationId="{31CD2493-14C8-0797-8A08-DBF39DE5336B}"/>
          </ac:spMkLst>
        </pc:spChg>
        <pc:spChg chg="del">
          <ac:chgData name="Nicolás Ordax Sommer" userId="6b983d08-dbed-4956-aa35-404793176881" providerId="ADAL" clId="{1ACDF00C-8BD6-4D5F-A171-6A12A363414E}" dt="2026-03-25T13:53:21.732" v="4799" actId="478"/>
          <ac:spMkLst>
            <pc:docMk/>
            <pc:sldMk cId="3183643233" sldId="397"/>
            <ac:spMk id="98" creationId="{F1EDC281-49FB-CF9D-0325-53D7B7556D3C}"/>
          </ac:spMkLst>
        </pc:spChg>
        <pc:grpChg chg="del">
          <ac:chgData name="Nicolás Ordax Sommer" userId="6b983d08-dbed-4956-aa35-404793176881" providerId="ADAL" clId="{1ACDF00C-8BD6-4D5F-A171-6A12A363414E}" dt="2026-03-25T13:53:20.620" v="4798" actId="478"/>
          <ac:grpSpMkLst>
            <pc:docMk/>
            <pc:sldMk cId="3183643233" sldId="397"/>
            <ac:grpSpMk id="14" creationId="{3B34B589-2470-DFE6-D1A0-6F5589F00512}"/>
          </ac:grpSpMkLst>
        </pc:grpChg>
        <pc:graphicFrameChg chg="add del mod">
          <ac:chgData name="Nicolás Ordax Sommer" userId="6b983d08-dbed-4956-aa35-404793176881" providerId="ADAL" clId="{1ACDF00C-8BD6-4D5F-A171-6A12A363414E}" dt="2026-03-25T13:57:39.620" v="4833" actId="21"/>
          <ac:graphicFrameMkLst>
            <pc:docMk/>
            <pc:sldMk cId="3183643233" sldId="397"/>
            <ac:graphicFrameMk id="4" creationId="{1B82978D-EE15-458E-7563-2821673C022F}"/>
          </ac:graphicFrameMkLst>
        </pc:graphicFrameChg>
        <pc:graphicFrameChg chg="add del mod modGraphic">
          <ac:chgData name="Nicolás Ordax Sommer" userId="6b983d08-dbed-4956-aa35-404793176881" providerId="ADAL" clId="{1ACDF00C-8BD6-4D5F-A171-6A12A363414E}" dt="2026-03-25T13:57:31.055" v="4830" actId="21"/>
          <ac:graphicFrameMkLst>
            <pc:docMk/>
            <pc:sldMk cId="3183643233" sldId="397"/>
            <ac:graphicFrameMk id="15" creationId="{4CF263F4-29FB-D9D8-DCDF-35FBF5D4E5E9}"/>
          </ac:graphicFrameMkLst>
        </pc:graphicFrameChg>
        <pc:graphicFrameChg chg="add del mod">
          <ac:chgData name="Nicolás Ordax Sommer" userId="6b983d08-dbed-4956-aa35-404793176881" providerId="ADAL" clId="{1ACDF00C-8BD6-4D5F-A171-6A12A363414E}" dt="2026-03-25T14:00:45.421" v="4853" actId="21"/>
          <ac:graphicFrameMkLst>
            <pc:docMk/>
            <pc:sldMk cId="3183643233" sldId="397"/>
            <ac:graphicFrameMk id="19" creationId="{A49EEF2A-B462-E869-DA44-52235C1F3D21}"/>
          </ac:graphicFrameMkLst>
        </pc:graphicFrameChg>
        <pc:picChg chg="add del mod">
          <ac:chgData name="Nicolás Ordax Sommer" userId="6b983d08-dbed-4956-aa35-404793176881" providerId="ADAL" clId="{1ACDF00C-8BD6-4D5F-A171-6A12A363414E}" dt="2026-03-25T14:00:41.394" v="4851" actId="21"/>
          <ac:picMkLst>
            <pc:docMk/>
            <pc:sldMk cId="3183643233" sldId="397"/>
            <ac:picMk id="16" creationId="{32874729-0C89-A5F1-73D6-BCDCB4190605}"/>
          </ac:picMkLst>
        </pc:picChg>
        <pc:picChg chg="add mod">
          <ac:chgData name="Nicolás Ordax Sommer" userId="6b983d08-dbed-4956-aa35-404793176881" providerId="ADAL" clId="{1ACDF00C-8BD6-4D5F-A171-6A12A363414E}" dt="2026-03-25T14:01:01.788" v="4860" actId="1076"/>
          <ac:picMkLst>
            <pc:docMk/>
            <pc:sldMk cId="3183643233" sldId="397"/>
            <ac:picMk id="17" creationId="{D2D90D37-2612-CC56-AA4C-2B041CBCC1DF}"/>
          </ac:picMkLst>
        </pc:picChg>
        <pc:picChg chg="add mod">
          <ac:chgData name="Nicolás Ordax Sommer" userId="6b983d08-dbed-4956-aa35-404793176881" providerId="ADAL" clId="{1ACDF00C-8BD6-4D5F-A171-6A12A363414E}" dt="2026-03-25T14:01:01.788" v="4860" actId="1076"/>
          <ac:picMkLst>
            <pc:docMk/>
            <pc:sldMk cId="3183643233" sldId="397"/>
            <ac:picMk id="20" creationId="{A7381A66-449D-EE48-8C54-D69419C6812F}"/>
          </ac:picMkLst>
        </pc:picChg>
      </pc:sldChg>
      <pc:sldChg chg="addSp delSp modSp add mod ord">
        <pc:chgData name="Nicolás Ordax Sommer" userId="6b983d08-dbed-4956-aa35-404793176881" providerId="ADAL" clId="{1ACDF00C-8BD6-4D5F-A171-6A12A363414E}" dt="2026-03-25T14:03:54.965" v="4967" actId="1076"/>
        <pc:sldMkLst>
          <pc:docMk/>
          <pc:sldMk cId="2515735239" sldId="398"/>
        </pc:sldMkLst>
        <pc:spChg chg="mod">
          <ac:chgData name="Nicolás Ordax Sommer" userId="6b983d08-dbed-4956-aa35-404793176881" providerId="ADAL" clId="{1ACDF00C-8BD6-4D5F-A171-6A12A363414E}" dt="2026-03-25T14:02:18.594" v="4895" actId="20577"/>
          <ac:spMkLst>
            <pc:docMk/>
            <pc:sldMk cId="2515735239" sldId="398"/>
            <ac:spMk id="2" creationId="{D0F1EB45-EC6F-ECA7-7F79-0676B5AA6380}"/>
          </ac:spMkLst>
        </pc:spChg>
        <pc:spChg chg="mod">
          <ac:chgData name="Nicolás Ordax Sommer" userId="6b983d08-dbed-4956-aa35-404793176881" providerId="ADAL" clId="{1ACDF00C-8BD6-4D5F-A171-6A12A363414E}" dt="2026-03-25T14:02:42.775" v="4948" actId="20577"/>
          <ac:spMkLst>
            <pc:docMk/>
            <pc:sldMk cId="2515735239" sldId="398"/>
            <ac:spMk id="3" creationId="{43A77289-4B45-7259-89A5-C6A1B1D5256B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1" creationId="{7BE25D04-5B4B-1A3A-DE58-D8A0FA02DF67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2" creationId="{0DDA5B6E-E237-C687-3446-04D4F7B23AD0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3" creationId="{C27B51E0-2197-D57D-D08E-D201123D08D7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4" creationId="{9539B332-0404-7E33-4532-B34581DAAC1F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5" creationId="{7C45C6A7-520F-B20F-BABD-6CB0DCF0F39A}"/>
          </ac:spMkLst>
        </pc:spChg>
        <pc:spChg chg="del">
          <ac:chgData name="Nicolás Ordax Sommer" userId="6b983d08-dbed-4956-aa35-404793176881" providerId="ADAL" clId="{1ACDF00C-8BD6-4D5F-A171-6A12A363414E}" dt="2026-03-25T14:02:48.522" v="4952" actId="478"/>
          <ac:spMkLst>
            <pc:docMk/>
            <pc:sldMk cId="2515735239" sldId="398"/>
            <ac:spMk id="16" creationId="{6317C06F-C139-E3E7-A7FC-BBD412AD5066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7" creationId="{62E0BDB1-8A1D-4F38-2ABB-72F830721B20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8" creationId="{6AFA38C0-A2E8-5F88-F9D6-8C366249C93F}"/>
          </ac:spMkLst>
        </pc:spChg>
        <pc:spChg chg="del">
          <ac:chgData name="Nicolás Ordax Sommer" userId="6b983d08-dbed-4956-aa35-404793176881" providerId="ADAL" clId="{1ACDF00C-8BD6-4D5F-A171-6A12A363414E}" dt="2026-03-25T14:02:46.820" v="4951" actId="478"/>
          <ac:spMkLst>
            <pc:docMk/>
            <pc:sldMk cId="2515735239" sldId="398"/>
            <ac:spMk id="19" creationId="{8C933390-29A1-8EB7-7B7B-71C9C4549672}"/>
          </ac:spMkLst>
        </pc:spChg>
        <pc:picChg chg="add mod">
          <ac:chgData name="Nicolás Ordax Sommer" userId="6b983d08-dbed-4956-aa35-404793176881" providerId="ADAL" clId="{1ACDF00C-8BD6-4D5F-A171-6A12A363414E}" dt="2026-03-25T14:03:54.965" v="4967" actId="1076"/>
          <ac:picMkLst>
            <pc:docMk/>
            <pc:sldMk cId="2515735239" sldId="398"/>
            <ac:picMk id="4" creationId="{6924A101-D029-B15F-C277-5A1B942E411D}"/>
          </ac:picMkLst>
        </pc:picChg>
        <pc:picChg chg="add mod">
          <ac:chgData name="Nicolás Ordax Sommer" userId="6b983d08-dbed-4956-aa35-404793176881" providerId="ADAL" clId="{1ACDF00C-8BD6-4D5F-A171-6A12A363414E}" dt="2026-03-25T14:03:52.253" v="4966" actId="14100"/>
          <ac:picMkLst>
            <pc:docMk/>
            <pc:sldMk cId="2515735239" sldId="398"/>
            <ac:picMk id="5" creationId="{D778EABA-0205-F9FA-D9E0-056A7FD83508}"/>
          </ac:picMkLst>
        </pc:picChg>
        <pc:picChg chg="add mod">
          <ac:chgData name="Nicolás Ordax Sommer" userId="6b983d08-dbed-4956-aa35-404793176881" providerId="ADAL" clId="{1ACDF00C-8BD6-4D5F-A171-6A12A363414E}" dt="2026-03-25T14:03:52.253" v="4966" actId="14100"/>
          <ac:picMkLst>
            <pc:docMk/>
            <pc:sldMk cId="2515735239" sldId="398"/>
            <ac:picMk id="6" creationId="{E4729613-337B-6A2C-DE29-9AEA20627C24}"/>
          </ac:picMkLst>
        </pc:picChg>
        <pc:picChg chg="add del mod">
          <ac:chgData name="Nicolás Ordax Sommer" userId="6b983d08-dbed-4956-aa35-404793176881" providerId="ADAL" clId="{1ACDF00C-8BD6-4D5F-A171-6A12A363414E}" dt="2026-03-25T14:03:35.251" v="4961" actId="478"/>
          <ac:picMkLst>
            <pc:docMk/>
            <pc:sldMk cId="2515735239" sldId="398"/>
            <ac:picMk id="7" creationId="{977B41B1-FCA0-DDF6-92D1-34AA216BADE6}"/>
          </ac:picMkLst>
        </pc:picChg>
        <pc:picChg chg="del mod">
          <ac:chgData name="Nicolás Ordax Sommer" userId="6b983d08-dbed-4956-aa35-404793176881" providerId="ADAL" clId="{1ACDF00C-8BD6-4D5F-A171-6A12A363414E}" dt="2026-03-25T14:02:45.027" v="4950" actId="478"/>
          <ac:picMkLst>
            <pc:docMk/>
            <pc:sldMk cId="2515735239" sldId="398"/>
            <ac:picMk id="10" creationId="{F81D3B81-72C0-F05F-ED38-1DD13A94A5D2}"/>
          </ac:picMkLst>
        </pc:picChg>
      </pc:sldChg>
      <pc:sldChg chg="add">
        <pc:chgData name="Nicolás Ordax Sommer" userId="6b983d08-dbed-4956-aa35-404793176881" providerId="ADAL" clId="{1ACDF00C-8BD6-4D5F-A171-6A12A363414E}" dt="2026-03-25T14:02:03.570" v="4893"/>
        <pc:sldMkLst>
          <pc:docMk/>
          <pc:sldMk cId="2122263763" sldId="399"/>
        </pc:sldMkLst>
      </pc:sldChg>
      <pc:sldChg chg="delSp modSp add mod">
        <pc:chgData name="Nicolás Ordax Sommer" userId="6b983d08-dbed-4956-aa35-404793176881" providerId="ADAL" clId="{1ACDF00C-8BD6-4D5F-A171-6A12A363414E}" dt="2026-03-25T14:04:32.917" v="5042" actId="1076"/>
        <pc:sldMkLst>
          <pc:docMk/>
          <pc:sldMk cId="2115476766" sldId="400"/>
        </pc:sldMkLst>
        <pc:spChg chg="mod">
          <ac:chgData name="Nicolás Ordax Sommer" userId="6b983d08-dbed-4956-aa35-404793176881" providerId="ADAL" clId="{1ACDF00C-8BD6-4D5F-A171-6A12A363414E}" dt="2026-03-25T14:04:23.549" v="5036" actId="20577"/>
          <ac:spMkLst>
            <pc:docMk/>
            <pc:sldMk cId="2115476766" sldId="400"/>
            <ac:spMk id="3" creationId="{66D50656-E254-2F6D-178B-8A56223B22A2}"/>
          </ac:spMkLst>
        </pc:spChg>
        <pc:picChg chg="mod">
          <ac:chgData name="Nicolás Ordax Sommer" userId="6b983d08-dbed-4956-aa35-404793176881" providerId="ADAL" clId="{1ACDF00C-8BD6-4D5F-A171-6A12A363414E}" dt="2026-03-25T14:04:30.227" v="5041" actId="1076"/>
          <ac:picMkLst>
            <pc:docMk/>
            <pc:sldMk cId="2115476766" sldId="400"/>
            <ac:picMk id="4" creationId="{E17BDDB6-D718-796B-894D-A0A5B05E13DB}"/>
          </ac:picMkLst>
        </pc:picChg>
        <pc:picChg chg="del">
          <ac:chgData name="Nicolás Ordax Sommer" userId="6b983d08-dbed-4956-aa35-404793176881" providerId="ADAL" clId="{1ACDF00C-8BD6-4D5F-A171-6A12A363414E}" dt="2026-03-25T14:04:25.763" v="5037" actId="478"/>
          <ac:picMkLst>
            <pc:docMk/>
            <pc:sldMk cId="2115476766" sldId="400"/>
            <ac:picMk id="5" creationId="{76299D07-9D29-0272-8083-85E5143FDAAE}"/>
          </ac:picMkLst>
        </pc:picChg>
        <pc:picChg chg="mod">
          <ac:chgData name="Nicolás Ordax Sommer" userId="6b983d08-dbed-4956-aa35-404793176881" providerId="ADAL" clId="{1ACDF00C-8BD6-4D5F-A171-6A12A363414E}" dt="2026-03-25T14:04:32.917" v="5042" actId="1076"/>
          <ac:picMkLst>
            <pc:docMk/>
            <pc:sldMk cId="2115476766" sldId="400"/>
            <ac:picMk id="6" creationId="{11E7F235-4225-2A83-7C81-971BA7B3DEEE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4:22:22.571" v="5209" actId="478"/>
        <pc:sldMkLst>
          <pc:docMk/>
          <pc:sldMk cId="3402880428" sldId="401"/>
        </pc:sldMkLst>
        <pc:spChg chg="mod">
          <ac:chgData name="Nicolás Ordax Sommer" userId="6b983d08-dbed-4956-aa35-404793176881" providerId="ADAL" clId="{1ACDF00C-8BD6-4D5F-A171-6A12A363414E}" dt="2026-03-25T14:17:52.724" v="5067" actId="20577"/>
          <ac:spMkLst>
            <pc:docMk/>
            <pc:sldMk cId="3402880428" sldId="401"/>
            <ac:spMk id="2" creationId="{8D77860E-4AA5-B58F-5251-5789D4D669BB}"/>
          </ac:spMkLst>
        </pc:spChg>
        <pc:spChg chg="del mod">
          <ac:chgData name="Nicolás Ordax Sommer" userId="6b983d08-dbed-4956-aa35-404793176881" providerId="ADAL" clId="{1ACDF00C-8BD6-4D5F-A171-6A12A363414E}" dt="2026-03-25T14:22:21.813" v="5207" actId="478"/>
          <ac:spMkLst>
            <pc:docMk/>
            <pc:sldMk cId="3402880428" sldId="401"/>
            <ac:spMk id="3" creationId="{62A24877-C897-E63C-0575-74B5A607D692}"/>
          </ac:spMkLst>
        </pc:spChg>
        <pc:graphicFrameChg chg="add del mod modGraphic">
          <ac:chgData name="Nicolás Ordax Sommer" userId="6b983d08-dbed-4956-aa35-404793176881" providerId="ADAL" clId="{1ACDF00C-8BD6-4D5F-A171-6A12A363414E}" dt="2026-03-25T14:20:09.024" v="5165" actId="21"/>
          <ac:graphicFrameMkLst>
            <pc:docMk/>
            <pc:sldMk cId="3402880428" sldId="401"/>
            <ac:graphicFrameMk id="8" creationId="{1345CB8D-AE43-05EA-C589-0AC7EA567226}"/>
          </ac:graphicFrameMkLst>
        </pc:graphicFrameChg>
        <pc:picChg chg="del">
          <ac:chgData name="Nicolás Ordax Sommer" userId="6b983d08-dbed-4956-aa35-404793176881" providerId="ADAL" clId="{1ACDF00C-8BD6-4D5F-A171-6A12A363414E}" dt="2026-03-25T14:17:55.395" v="5069" actId="478"/>
          <ac:picMkLst>
            <pc:docMk/>
            <pc:sldMk cId="3402880428" sldId="401"/>
            <ac:picMk id="4" creationId="{72E3887E-8E46-89D9-DB59-1F1803DA8E0E}"/>
          </ac:picMkLst>
        </pc:picChg>
        <pc:picChg chg="add del mod">
          <ac:chgData name="Nicolás Ordax Sommer" userId="6b983d08-dbed-4956-aa35-404793176881" providerId="ADAL" clId="{1ACDF00C-8BD6-4D5F-A171-6A12A363414E}" dt="2026-03-25T14:22:22.221" v="5208" actId="478"/>
          <ac:picMkLst>
            <pc:docMk/>
            <pc:sldMk cId="3402880428" sldId="401"/>
            <ac:picMk id="5" creationId="{49B3EE21-4031-4072-2F4D-4976FD255E15}"/>
          </ac:picMkLst>
        </pc:picChg>
        <pc:picChg chg="del">
          <ac:chgData name="Nicolás Ordax Sommer" userId="6b983d08-dbed-4956-aa35-404793176881" providerId="ADAL" clId="{1ACDF00C-8BD6-4D5F-A171-6A12A363414E}" dt="2026-03-25T14:17:54.835" v="5068" actId="478"/>
          <ac:picMkLst>
            <pc:docMk/>
            <pc:sldMk cId="3402880428" sldId="401"/>
            <ac:picMk id="6" creationId="{E7EF3FCC-6FC7-3516-9CFE-7D320C6CDADD}"/>
          </ac:picMkLst>
        </pc:picChg>
        <pc:picChg chg="add del mod">
          <ac:chgData name="Nicolás Ordax Sommer" userId="6b983d08-dbed-4956-aa35-404793176881" providerId="ADAL" clId="{1ACDF00C-8BD6-4D5F-A171-6A12A363414E}" dt="2026-03-25T14:22:22.571" v="5209" actId="478"/>
          <ac:picMkLst>
            <pc:docMk/>
            <pc:sldMk cId="3402880428" sldId="401"/>
            <ac:picMk id="7" creationId="{1FEBC71E-C9AF-8A7C-02B2-B478CDC1148D}"/>
          </ac:picMkLst>
        </pc:picChg>
        <pc:picChg chg="add del mod">
          <ac:chgData name="Nicolás Ordax Sommer" userId="6b983d08-dbed-4956-aa35-404793176881" providerId="ADAL" clId="{1ACDF00C-8BD6-4D5F-A171-6A12A363414E}" dt="2026-03-25T14:22:20.667" v="5206" actId="478"/>
          <ac:picMkLst>
            <pc:docMk/>
            <pc:sldMk cId="3402880428" sldId="401"/>
            <ac:picMk id="9" creationId="{4312E320-F586-1100-7244-3FDA4E940671}"/>
          </ac:picMkLst>
        </pc:picChg>
        <pc:picChg chg="add del mod">
          <ac:chgData name="Nicolás Ordax Sommer" userId="6b983d08-dbed-4956-aa35-404793176881" providerId="ADAL" clId="{1ACDF00C-8BD6-4D5F-A171-6A12A363414E}" dt="2026-03-25T14:19:25.931" v="5153" actId="478"/>
          <ac:picMkLst>
            <pc:docMk/>
            <pc:sldMk cId="3402880428" sldId="401"/>
            <ac:picMk id="16" creationId="{32874729-0C89-A5F1-73D6-BCDCB4190605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4:22:10.077" v="5204" actId="1076"/>
        <pc:sldMkLst>
          <pc:docMk/>
          <pc:sldMk cId="1562604645" sldId="402"/>
        </pc:sldMkLst>
        <pc:spChg chg="mod">
          <ac:chgData name="Nicolás Ordax Sommer" userId="6b983d08-dbed-4956-aa35-404793176881" providerId="ADAL" clId="{1ACDF00C-8BD6-4D5F-A171-6A12A363414E}" dt="2026-03-25T14:20:42.004" v="5196" actId="20577"/>
          <ac:spMkLst>
            <pc:docMk/>
            <pc:sldMk cId="1562604645" sldId="402"/>
            <ac:spMk id="3" creationId="{2308B3E9-87A4-7AA5-4687-67066BD1282B}"/>
          </ac:spMkLst>
        </pc:spChg>
        <pc:graphicFrameChg chg="add del mod modGraphic">
          <ac:chgData name="Nicolás Ordax Sommer" userId="6b983d08-dbed-4956-aa35-404793176881" providerId="ADAL" clId="{1ACDF00C-8BD6-4D5F-A171-6A12A363414E}" dt="2026-03-25T14:22:05.144" v="5201" actId="21"/>
          <ac:graphicFrameMkLst>
            <pc:docMk/>
            <pc:sldMk cId="1562604645" sldId="402"/>
            <ac:graphicFrameMk id="4" creationId="{4F7609BE-DF37-BADE-6144-5C50C2137311}"/>
          </ac:graphicFrameMkLst>
        </pc:graphicFrameChg>
        <pc:picChg chg="del">
          <ac:chgData name="Nicolás Ordax Sommer" userId="6b983d08-dbed-4956-aa35-404793176881" providerId="ADAL" clId="{1ACDF00C-8BD6-4D5F-A171-6A12A363414E}" dt="2026-03-25T14:20:33.349" v="5171" actId="478"/>
          <ac:picMkLst>
            <pc:docMk/>
            <pc:sldMk cId="1562604645" sldId="402"/>
            <ac:picMk id="5" creationId="{D7510487-A27C-0CFC-00B4-D55F39D28898}"/>
          </ac:picMkLst>
        </pc:picChg>
        <pc:picChg chg="add mod">
          <ac:chgData name="Nicolás Ordax Sommer" userId="6b983d08-dbed-4956-aa35-404793176881" providerId="ADAL" clId="{1ACDF00C-8BD6-4D5F-A171-6A12A363414E}" dt="2026-03-25T14:22:10.077" v="5204" actId="1076"/>
          <ac:picMkLst>
            <pc:docMk/>
            <pc:sldMk cId="1562604645" sldId="402"/>
            <ac:picMk id="6" creationId="{CEC52D4D-C81D-D4E5-CF82-FCC2B31927F1}"/>
          </ac:picMkLst>
        </pc:picChg>
        <pc:picChg chg="del">
          <ac:chgData name="Nicolás Ordax Sommer" userId="6b983d08-dbed-4956-aa35-404793176881" providerId="ADAL" clId="{1ACDF00C-8BD6-4D5F-A171-6A12A363414E}" dt="2026-03-25T14:20:32.749" v="5170" actId="478"/>
          <ac:picMkLst>
            <pc:docMk/>
            <pc:sldMk cId="1562604645" sldId="402"/>
            <ac:picMk id="7" creationId="{DEB5E817-A243-D161-CA2C-7FCACE2AE51E}"/>
          </ac:picMkLst>
        </pc:picChg>
        <pc:picChg chg="del">
          <ac:chgData name="Nicolás Ordax Sommer" userId="6b983d08-dbed-4956-aa35-404793176881" providerId="ADAL" clId="{1ACDF00C-8BD6-4D5F-A171-6A12A363414E}" dt="2026-03-25T14:20:33.940" v="5172" actId="478"/>
          <ac:picMkLst>
            <pc:docMk/>
            <pc:sldMk cId="1562604645" sldId="402"/>
            <ac:picMk id="9" creationId="{7BA3BA72-A41C-6352-FC82-15399AF04742}"/>
          </ac:picMkLst>
        </pc:picChg>
      </pc:sldChg>
      <pc:sldChg chg="add">
        <pc:chgData name="Nicolás Ordax Sommer" userId="6b983d08-dbed-4956-aa35-404793176881" providerId="ADAL" clId="{1ACDF00C-8BD6-4D5F-A171-6A12A363414E}" dt="2026-03-25T14:22:19.054" v="5205"/>
        <pc:sldMkLst>
          <pc:docMk/>
          <pc:sldMk cId="2110519493" sldId="403"/>
        </pc:sldMkLst>
      </pc:sldChg>
      <pc:sldChg chg="delSp modSp add mod">
        <pc:chgData name="Nicolás Ordax Sommer" userId="6b983d08-dbed-4956-aa35-404793176881" providerId="ADAL" clId="{1ACDF00C-8BD6-4D5F-A171-6A12A363414E}" dt="2026-03-25T14:38:37.044" v="5757" actId="20577"/>
        <pc:sldMkLst>
          <pc:docMk/>
          <pc:sldMk cId="179838387" sldId="404"/>
        </pc:sldMkLst>
        <pc:spChg chg="mod">
          <ac:chgData name="Nicolás Ordax Sommer" userId="6b983d08-dbed-4956-aa35-404793176881" providerId="ADAL" clId="{1ACDF00C-8BD6-4D5F-A171-6A12A363414E}" dt="2026-03-25T14:38:37.044" v="5757" actId="20577"/>
          <ac:spMkLst>
            <pc:docMk/>
            <pc:sldMk cId="179838387" sldId="404"/>
            <ac:spMk id="2" creationId="{7D93C6FB-CD87-958A-0661-80106110B904}"/>
          </ac:spMkLst>
        </pc:spChg>
        <pc:spChg chg="del">
          <ac:chgData name="Nicolás Ordax Sommer" userId="6b983d08-dbed-4956-aa35-404793176881" providerId="ADAL" clId="{1ACDF00C-8BD6-4D5F-A171-6A12A363414E}" dt="2026-03-25T14:23:24.819" v="5224" actId="478"/>
          <ac:spMkLst>
            <pc:docMk/>
            <pc:sldMk cId="179838387" sldId="404"/>
            <ac:spMk id="3" creationId="{C32D9456-2546-2064-AC9B-1DD3C0356990}"/>
          </ac:spMkLst>
        </pc:spChg>
        <pc:picChg chg="del">
          <ac:chgData name="Nicolás Ordax Sommer" userId="6b983d08-dbed-4956-aa35-404793176881" providerId="ADAL" clId="{1ACDF00C-8BD6-4D5F-A171-6A12A363414E}" dt="2026-03-25T14:23:25.195" v="5225" actId="478"/>
          <ac:picMkLst>
            <pc:docMk/>
            <pc:sldMk cId="179838387" sldId="404"/>
            <ac:picMk id="6" creationId="{7C03C289-F00C-AA37-97C4-0D849E3E9EC3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5:03:51.326" v="6547" actId="20577"/>
        <pc:sldMkLst>
          <pc:docMk/>
          <pc:sldMk cId="1426615133" sldId="405"/>
        </pc:sldMkLst>
        <pc:spChg chg="mod">
          <ac:chgData name="Nicolás Ordax Sommer" userId="6b983d08-dbed-4956-aa35-404793176881" providerId="ADAL" clId="{1ACDF00C-8BD6-4D5F-A171-6A12A363414E}" dt="2026-03-25T14:38:30.283" v="5754" actId="20577"/>
          <ac:spMkLst>
            <pc:docMk/>
            <pc:sldMk cId="1426615133" sldId="405"/>
            <ac:spMk id="2" creationId="{9AFAFA04-0C31-BFE5-46AC-65C1097E980D}"/>
          </ac:spMkLst>
        </pc:spChg>
        <pc:spChg chg="mod">
          <ac:chgData name="Nicolás Ordax Sommer" userId="6b983d08-dbed-4956-aa35-404793176881" providerId="ADAL" clId="{1ACDF00C-8BD6-4D5F-A171-6A12A363414E}" dt="2026-03-25T14:36:26.086" v="5731" actId="14100"/>
          <ac:spMkLst>
            <pc:docMk/>
            <pc:sldMk cId="1426615133" sldId="405"/>
            <ac:spMk id="3" creationId="{735E0364-9194-929C-B606-FF993B75D299}"/>
          </ac:spMkLst>
        </pc:spChg>
        <pc:spChg chg="del mod">
          <ac:chgData name="Nicolás Ordax Sommer" userId="6b983d08-dbed-4956-aa35-404793176881" providerId="ADAL" clId="{1ACDF00C-8BD6-4D5F-A171-6A12A363414E}" dt="2026-03-25T14:31:36.229" v="5374" actId="478"/>
          <ac:spMkLst>
            <pc:docMk/>
            <pc:sldMk cId="1426615133" sldId="405"/>
            <ac:spMk id="4" creationId="{3F4CD81D-0C1C-C461-C5A7-C105D3699234}"/>
          </ac:spMkLst>
        </pc:spChg>
        <pc:spChg chg="add del mod">
          <ac:chgData name="Nicolás Ordax Sommer" userId="6b983d08-dbed-4956-aa35-404793176881" providerId="ADAL" clId="{1ACDF00C-8BD6-4D5F-A171-6A12A363414E}" dt="2026-03-25T14:31:36.229" v="5374" actId="478"/>
          <ac:spMkLst>
            <pc:docMk/>
            <pc:sldMk cId="1426615133" sldId="405"/>
            <ac:spMk id="5" creationId="{EAFB8EE8-194D-2949-C237-1AC17379B517}"/>
          </ac:spMkLst>
        </pc:spChg>
        <pc:spChg chg="add del mod">
          <ac:chgData name="Nicolás Ordax Sommer" userId="6b983d08-dbed-4956-aa35-404793176881" providerId="ADAL" clId="{1ACDF00C-8BD6-4D5F-A171-6A12A363414E}" dt="2026-03-25T14:31:36.229" v="5374" actId="478"/>
          <ac:spMkLst>
            <pc:docMk/>
            <pc:sldMk cId="1426615133" sldId="405"/>
            <ac:spMk id="6" creationId="{F6F9808A-00E9-F080-859E-F9609F1787EF}"/>
          </ac:spMkLst>
        </pc:spChg>
        <pc:spChg chg="add del mod">
          <ac:chgData name="Nicolás Ordax Sommer" userId="6b983d08-dbed-4956-aa35-404793176881" providerId="ADAL" clId="{1ACDF00C-8BD6-4D5F-A171-6A12A363414E}" dt="2026-03-25T14:30:37.079" v="5341" actId="478"/>
          <ac:spMkLst>
            <pc:docMk/>
            <pc:sldMk cId="1426615133" sldId="405"/>
            <ac:spMk id="7" creationId="{F1E583C6-CC3A-F0F5-C0AE-1598E34F5A4B}"/>
          </ac:spMkLst>
        </pc:spChg>
        <pc:spChg chg="add mod">
          <ac:chgData name="Nicolás Ordax Sommer" userId="6b983d08-dbed-4956-aa35-404793176881" providerId="ADAL" clId="{1ACDF00C-8BD6-4D5F-A171-6A12A363414E}" dt="2026-03-25T15:03:51.326" v="6547" actId="20577"/>
          <ac:spMkLst>
            <pc:docMk/>
            <pc:sldMk cId="1426615133" sldId="405"/>
            <ac:spMk id="9" creationId="{DE9FA861-0855-082F-B093-450567D19888}"/>
          </ac:spMkLst>
        </pc:spChg>
        <pc:spChg chg="add mod">
          <ac:chgData name="Nicolás Ordax Sommer" userId="6b983d08-dbed-4956-aa35-404793176881" providerId="ADAL" clId="{1ACDF00C-8BD6-4D5F-A171-6A12A363414E}" dt="2026-03-25T14:31:37.024" v="5375"/>
          <ac:spMkLst>
            <pc:docMk/>
            <pc:sldMk cId="1426615133" sldId="405"/>
            <ac:spMk id="10" creationId="{E1A77B9F-6284-0F2E-B96B-DB4EEACD8576}"/>
          </ac:spMkLst>
        </pc:spChg>
        <pc:spChg chg="add mod">
          <ac:chgData name="Nicolás Ordax Sommer" userId="6b983d08-dbed-4956-aa35-404793176881" providerId="ADAL" clId="{1ACDF00C-8BD6-4D5F-A171-6A12A363414E}" dt="2026-03-25T14:31:37.024" v="5375"/>
          <ac:spMkLst>
            <pc:docMk/>
            <pc:sldMk cId="1426615133" sldId="405"/>
            <ac:spMk id="11" creationId="{5089E29D-9B79-4B6F-804B-D8F0546317D8}"/>
          </ac:spMkLst>
        </pc:spChg>
        <pc:picChg chg="add del mod">
          <ac:chgData name="Nicolás Ordax Sommer" userId="6b983d08-dbed-4956-aa35-404793176881" providerId="ADAL" clId="{1ACDF00C-8BD6-4D5F-A171-6A12A363414E}" dt="2026-03-25T14:30:38.252" v="5342" actId="478"/>
          <ac:picMkLst>
            <pc:docMk/>
            <pc:sldMk cId="1426615133" sldId="405"/>
            <ac:picMk id="8" creationId="{E287AEE8-1EDB-4859-F075-41748D99DEC1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5:04:03.202" v="6551" actId="20577"/>
        <pc:sldMkLst>
          <pc:docMk/>
          <pc:sldMk cId="2369725450" sldId="406"/>
        </pc:sldMkLst>
        <pc:spChg chg="mod">
          <ac:chgData name="Nicolás Ordax Sommer" userId="6b983d08-dbed-4956-aa35-404793176881" providerId="ADAL" clId="{1ACDF00C-8BD6-4D5F-A171-6A12A363414E}" dt="2026-03-25T14:38:26.575" v="5753" actId="20577"/>
          <ac:spMkLst>
            <pc:docMk/>
            <pc:sldMk cId="2369725450" sldId="406"/>
            <ac:spMk id="2" creationId="{C331AF01-76F1-8ECC-CFD3-15C6C18C3725}"/>
          </ac:spMkLst>
        </pc:spChg>
        <pc:spChg chg="mod">
          <ac:chgData name="Nicolás Ordax Sommer" userId="6b983d08-dbed-4956-aa35-404793176881" providerId="ADAL" clId="{1ACDF00C-8BD6-4D5F-A171-6A12A363414E}" dt="2026-03-25T14:36:40.270" v="5733" actId="14100"/>
          <ac:spMkLst>
            <pc:docMk/>
            <pc:sldMk cId="2369725450" sldId="406"/>
            <ac:spMk id="3" creationId="{D92E0808-3326-5E3E-CD80-BA4053DBB091}"/>
          </ac:spMkLst>
        </pc:spChg>
        <pc:spChg chg="mod">
          <ac:chgData name="Nicolás Ordax Sommer" userId="6b983d08-dbed-4956-aa35-404793176881" providerId="ADAL" clId="{1ACDF00C-8BD6-4D5F-A171-6A12A363414E}" dt="2026-03-25T15:04:03.202" v="6551" actId="20577"/>
          <ac:spMkLst>
            <pc:docMk/>
            <pc:sldMk cId="2369725450" sldId="406"/>
            <ac:spMk id="4" creationId="{9C355172-590B-0634-ADD0-BF17C9242C66}"/>
          </ac:spMkLst>
        </pc:spChg>
        <pc:spChg chg="mod">
          <ac:chgData name="Nicolás Ordax Sommer" userId="6b983d08-dbed-4956-aa35-404793176881" providerId="ADAL" clId="{1ACDF00C-8BD6-4D5F-A171-6A12A363414E}" dt="2026-03-25T14:31:07.327" v="5354" actId="12788"/>
          <ac:spMkLst>
            <pc:docMk/>
            <pc:sldMk cId="2369725450" sldId="406"/>
            <ac:spMk id="5" creationId="{A1FDF737-6716-F1B2-75EB-D6270F8E5CFB}"/>
          </ac:spMkLst>
        </pc:spChg>
        <pc:spChg chg="mod">
          <ac:chgData name="Nicolás Ordax Sommer" userId="6b983d08-dbed-4956-aa35-404793176881" providerId="ADAL" clId="{1ACDF00C-8BD6-4D5F-A171-6A12A363414E}" dt="2026-03-25T14:31:26.900" v="5373" actId="1076"/>
          <ac:spMkLst>
            <pc:docMk/>
            <pc:sldMk cId="2369725450" sldId="406"/>
            <ac:spMk id="6" creationId="{F56CB5DC-B5E3-2597-C79B-2293DCA3E345}"/>
          </ac:spMkLst>
        </pc:spChg>
        <pc:spChg chg="mod">
          <ac:chgData name="Nicolás Ordax Sommer" userId="6b983d08-dbed-4956-aa35-404793176881" providerId="ADAL" clId="{1ACDF00C-8BD6-4D5F-A171-6A12A363414E}" dt="2026-03-25T14:31:15.028" v="5369" actId="1038"/>
          <ac:spMkLst>
            <pc:docMk/>
            <pc:sldMk cId="2369725450" sldId="406"/>
            <ac:spMk id="7" creationId="{FAEF178B-C98E-4C76-6ED2-A6EFA132B06D}"/>
          </ac:spMkLst>
        </pc:spChg>
        <pc:spChg chg="add mod">
          <ac:chgData name="Nicolás Ordax Sommer" userId="6b983d08-dbed-4956-aa35-404793176881" providerId="ADAL" clId="{1ACDF00C-8BD6-4D5F-A171-6A12A363414E}" dt="2026-03-25T14:31:15.028" v="5369" actId="1038"/>
          <ac:spMkLst>
            <pc:docMk/>
            <pc:sldMk cId="2369725450" sldId="406"/>
            <ac:spMk id="9" creationId="{117B7895-E5FE-C048-6A32-9C596449D3BA}"/>
          </ac:spMkLst>
        </pc:spChg>
        <pc:picChg chg="del">
          <ac:chgData name="Nicolás Ordax Sommer" userId="6b983d08-dbed-4956-aa35-404793176881" providerId="ADAL" clId="{1ACDF00C-8BD6-4D5F-A171-6A12A363414E}" dt="2026-03-25T14:30:41.567" v="5343" actId="478"/>
          <ac:picMkLst>
            <pc:docMk/>
            <pc:sldMk cId="2369725450" sldId="406"/>
            <ac:picMk id="8" creationId="{425C62A0-21FB-A8E1-201B-2F7E2C00AA1D}"/>
          </ac:picMkLst>
        </pc:picChg>
      </pc:sldChg>
      <pc:sldChg chg="delSp modSp add mod">
        <pc:chgData name="Nicolás Ordax Sommer" userId="6b983d08-dbed-4956-aa35-404793176881" providerId="ADAL" clId="{1ACDF00C-8BD6-4D5F-A171-6A12A363414E}" dt="2026-03-25T14:38:23.237" v="5752" actId="20577"/>
        <pc:sldMkLst>
          <pc:docMk/>
          <pc:sldMk cId="2659946157" sldId="407"/>
        </pc:sldMkLst>
        <pc:spChg chg="mod">
          <ac:chgData name="Nicolás Ordax Sommer" userId="6b983d08-dbed-4956-aa35-404793176881" providerId="ADAL" clId="{1ACDF00C-8BD6-4D5F-A171-6A12A363414E}" dt="2026-03-25T14:38:23.237" v="5752" actId="20577"/>
          <ac:spMkLst>
            <pc:docMk/>
            <pc:sldMk cId="2659946157" sldId="407"/>
            <ac:spMk id="2" creationId="{085D29BF-C80A-8221-023A-69E787D82823}"/>
          </ac:spMkLst>
        </pc:spChg>
        <pc:spChg chg="mod">
          <ac:chgData name="Nicolás Ordax Sommer" userId="6b983d08-dbed-4956-aa35-404793176881" providerId="ADAL" clId="{1ACDF00C-8BD6-4D5F-A171-6A12A363414E}" dt="2026-03-25T14:36:45.973" v="5735" actId="14100"/>
          <ac:spMkLst>
            <pc:docMk/>
            <pc:sldMk cId="2659946157" sldId="407"/>
            <ac:spMk id="3" creationId="{9591FCE5-3244-67A3-EEF9-5B791690A1E7}"/>
          </ac:spMkLst>
        </pc:spChg>
        <pc:spChg chg="mod">
          <ac:chgData name="Nicolás Ordax Sommer" userId="6b983d08-dbed-4956-aa35-404793176881" providerId="ADAL" clId="{1ACDF00C-8BD6-4D5F-A171-6A12A363414E}" dt="2026-03-25T14:33:47.044" v="5432" actId="1076"/>
          <ac:spMkLst>
            <pc:docMk/>
            <pc:sldMk cId="2659946157" sldId="407"/>
            <ac:spMk id="4" creationId="{755F10B6-2B16-59FD-F45F-F75BC050959F}"/>
          </ac:spMkLst>
        </pc:spChg>
        <pc:spChg chg="mod">
          <ac:chgData name="Nicolás Ordax Sommer" userId="6b983d08-dbed-4956-aa35-404793176881" providerId="ADAL" clId="{1ACDF00C-8BD6-4D5F-A171-6A12A363414E}" dt="2026-03-25T14:33:47.044" v="5432" actId="1076"/>
          <ac:spMkLst>
            <pc:docMk/>
            <pc:sldMk cId="2659946157" sldId="407"/>
            <ac:spMk id="5" creationId="{886E4FFC-87A3-F030-F214-0CC5AFD740CB}"/>
          </ac:spMkLst>
        </pc:spChg>
        <pc:spChg chg="mod">
          <ac:chgData name="Nicolás Ordax Sommer" userId="6b983d08-dbed-4956-aa35-404793176881" providerId="ADAL" clId="{1ACDF00C-8BD6-4D5F-A171-6A12A363414E}" dt="2026-03-25T14:33:47.044" v="5432" actId="1076"/>
          <ac:spMkLst>
            <pc:docMk/>
            <pc:sldMk cId="2659946157" sldId="407"/>
            <ac:spMk id="6" creationId="{23B2F9D6-8ED2-CAB6-F518-3CD8F81D1964}"/>
          </ac:spMkLst>
        </pc:spChg>
        <pc:spChg chg="del">
          <ac:chgData name="Nicolás Ordax Sommer" userId="6b983d08-dbed-4956-aa35-404793176881" providerId="ADAL" clId="{1ACDF00C-8BD6-4D5F-A171-6A12A363414E}" dt="2026-03-25T14:31:58.870" v="5377" actId="478"/>
          <ac:spMkLst>
            <pc:docMk/>
            <pc:sldMk cId="2659946157" sldId="407"/>
            <ac:spMk id="7" creationId="{50ADD9FB-2A64-F525-3E86-E2165F9F5357}"/>
          </ac:spMkLst>
        </pc:spChg>
        <pc:spChg chg="del">
          <ac:chgData name="Nicolás Ordax Sommer" userId="6b983d08-dbed-4956-aa35-404793176881" providerId="ADAL" clId="{1ACDF00C-8BD6-4D5F-A171-6A12A363414E}" dt="2026-03-25T14:32:00.467" v="5378" actId="478"/>
          <ac:spMkLst>
            <pc:docMk/>
            <pc:sldMk cId="2659946157" sldId="407"/>
            <ac:spMk id="9" creationId="{6A57C472-9E77-0721-EC82-ED8F1F6E74A9}"/>
          </ac:spMkLst>
        </pc:spChg>
      </pc:sldChg>
      <pc:sldChg chg="addSp modSp add mod">
        <pc:chgData name="Nicolás Ordax Sommer" userId="6b983d08-dbed-4956-aa35-404793176881" providerId="ADAL" clId="{1ACDF00C-8BD6-4D5F-A171-6A12A363414E}" dt="2026-03-25T14:38:21.340" v="5751" actId="20577"/>
        <pc:sldMkLst>
          <pc:docMk/>
          <pc:sldMk cId="1564862280" sldId="408"/>
        </pc:sldMkLst>
        <pc:spChg chg="mod">
          <ac:chgData name="Nicolás Ordax Sommer" userId="6b983d08-dbed-4956-aa35-404793176881" providerId="ADAL" clId="{1ACDF00C-8BD6-4D5F-A171-6A12A363414E}" dt="2026-03-25T14:38:21.340" v="5751" actId="20577"/>
          <ac:spMkLst>
            <pc:docMk/>
            <pc:sldMk cId="1564862280" sldId="408"/>
            <ac:spMk id="2" creationId="{EE7E0E20-B45D-4102-4C19-305BA6CF8FEE}"/>
          </ac:spMkLst>
        </pc:spChg>
        <pc:spChg chg="mod">
          <ac:chgData name="Nicolás Ordax Sommer" userId="6b983d08-dbed-4956-aa35-404793176881" providerId="ADAL" clId="{1ACDF00C-8BD6-4D5F-A171-6A12A363414E}" dt="2026-03-25T14:36:51.134" v="5737" actId="14100"/>
          <ac:spMkLst>
            <pc:docMk/>
            <pc:sldMk cId="1564862280" sldId="408"/>
            <ac:spMk id="3" creationId="{78A38E00-6469-CEA6-391F-46A365243BC2}"/>
          </ac:spMkLst>
        </pc:spChg>
        <pc:spChg chg="ord">
          <ac:chgData name="Nicolás Ordax Sommer" userId="6b983d08-dbed-4956-aa35-404793176881" providerId="ADAL" clId="{1ACDF00C-8BD6-4D5F-A171-6A12A363414E}" dt="2026-03-25T14:34:52.419" v="5436" actId="167"/>
          <ac:spMkLst>
            <pc:docMk/>
            <pc:sldMk cId="1564862280" sldId="408"/>
            <ac:spMk id="4" creationId="{0577082E-4B11-F149-3F1F-FB13E5851A77}"/>
          </ac:spMkLst>
        </pc:spChg>
        <pc:spChg chg="ord">
          <ac:chgData name="Nicolás Ordax Sommer" userId="6b983d08-dbed-4956-aa35-404793176881" providerId="ADAL" clId="{1ACDF00C-8BD6-4D5F-A171-6A12A363414E}" dt="2026-03-25T14:34:52.419" v="5436" actId="167"/>
          <ac:spMkLst>
            <pc:docMk/>
            <pc:sldMk cId="1564862280" sldId="408"/>
            <ac:spMk id="5" creationId="{0F874C74-AE06-B668-5E9E-BA49636F673B}"/>
          </ac:spMkLst>
        </pc:spChg>
        <pc:spChg chg="ord">
          <ac:chgData name="Nicolás Ordax Sommer" userId="6b983d08-dbed-4956-aa35-404793176881" providerId="ADAL" clId="{1ACDF00C-8BD6-4D5F-A171-6A12A363414E}" dt="2026-03-25T14:34:52.419" v="5436" actId="167"/>
          <ac:spMkLst>
            <pc:docMk/>
            <pc:sldMk cId="1564862280" sldId="408"/>
            <ac:spMk id="6" creationId="{968D52FF-CC22-7F51-CAD2-D8E59E4B695C}"/>
          </ac:spMkLst>
        </pc:spChg>
        <pc:spChg chg="add mod ord">
          <ac:chgData name="Nicolás Ordax Sommer" userId="6b983d08-dbed-4956-aa35-404793176881" providerId="ADAL" clId="{1ACDF00C-8BD6-4D5F-A171-6A12A363414E}" dt="2026-03-25T14:37:24.697" v="5748" actId="207"/>
          <ac:spMkLst>
            <pc:docMk/>
            <pc:sldMk cId="1564862280" sldId="408"/>
            <ac:spMk id="7" creationId="{09B6A26C-6E08-64F8-C5D8-8DE567717A03}"/>
          </ac:spMkLst>
        </pc:spChg>
        <pc:spChg chg="add mod">
          <ac:chgData name="Nicolás Ordax Sommer" userId="6b983d08-dbed-4956-aa35-404793176881" providerId="ADAL" clId="{1ACDF00C-8BD6-4D5F-A171-6A12A363414E}" dt="2026-03-25T14:37:30.820" v="5749" actId="1076"/>
          <ac:spMkLst>
            <pc:docMk/>
            <pc:sldMk cId="1564862280" sldId="408"/>
            <ac:spMk id="8" creationId="{969152C0-9B7A-39A3-6F87-820B7D5809C3}"/>
          </ac:spMkLst>
        </pc:spChg>
      </pc:sldChg>
      <pc:sldChg chg="delSp modSp add mod">
        <pc:chgData name="Nicolás Ordax Sommer" userId="6b983d08-dbed-4956-aa35-404793176881" providerId="ADAL" clId="{1ACDF00C-8BD6-4D5F-A171-6A12A363414E}" dt="2026-03-25T14:41:10.765" v="5795" actId="478"/>
        <pc:sldMkLst>
          <pc:docMk/>
          <pc:sldMk cId="62829453" sldId="409"/>
        </pc:sldMkLst>
        <pc:spChg chg="mod">
          <ac:chgData name="Nicolás Ordax Sommer" userId="6b983d08-dbed-4956-aa35-404793176881" providerId="ADAL" clId="{1ACDF00C-8BD6-4D5F-A171-6A12A363414E}" dt="2026-03-25T14:39:40.509" v="5791" actId="14100"/>
          <ac:spMkLst>
            <pc:docMk/>
            <pc:sldMk cId="62829453" sldId="409"/>
            <ac:spMk id="2" creationId="{4A9E29B5-A2EA-DA77-5CC1-7179579FD138}"/>
          </ac:spMkLst>
        </pc:spChg>
        <pc:spChg chg="del">
          <ac:chgData name="Nicolás Ordax Sommer" userId="6b983d08-dbed-4956-aa35-404793176881" providerId="ADAL" clId="{1ACDF00C-8BD6-4D5F-A171-6A12A363414E}" dt="2026-03-25T14:41:10.765" v="5795" actId="478"/>
          <ac:spMkLst>
            <pc:docMk/>
            <pc:sldMk cId="62829453" sldId="409"/>
            <ac:spMk id="3" creationId="{24DEC2D3-400E-7C3B-066F-2820B87E0EBC}"/>
          </ac:spMkLst>
        </pc:spChg>
        <pc:spChg chg="del mod">
          <ac:chgData name="Nicolás Ordax Sommer" userId="6b983d08-dbed-4956-aa35-404793176881" providerId="ADAL" clId="{1ACDF00C-8BD6-4D5F-A171-6A12A363414E}" dt="2026-03-25T14:39:11.960" v="5774" actId="478"/>
          <ac:spMkLst>
            <pc:docMk/>
            <pc:sldMk cId="62829453" sldId="409"/>
            <ac:spMk id="4" creationId="{4950A100-9BEE-16F3-A5BB-BFBE022EF2D9}"/>
          </ac:spMkLst>
        </pc:spChg>
        <pc:spChg chg="del">
          <ac:chgData name="Nicolás Ordax Sommer" userId="6b983d08-dbed-4956-aa35-404793176881" providerId="ADAL" clId="{1ACDF00C-8BD6-4D5F-A171-6A12A363414E}" dt="2026-03-25T14:39:14.365" v="5776" actId="478"/>
          <ac:spMkLst>
            <pc:docMk/>
            <pc:sldMk cId="62829453" sldId="409"/>
            <ac:spMk id="5" creationId="{BEE78E80-8901-AD69-AEFA-27F75AF27E1C}"/>
          </ac:spMkLst>
        </pc:spChg>
        <pc:spChg chg="del">
          <ac:chgData name="Nicolás Ordax Sommer" userId="6b983d08-dbed-4956-aa35-404793176881" providerId="ADAL" clId="{1ACDF00C-8BD6-4D5F-A171-6A12A363414E}" dt="2026-03-25T14:39:13.185" v="5775" actId="478"/>
          <ac:spMkLst>
            <pc:docMk/>
            <pc:sldMk cId="62829453" sldId="409"/>
            <ac:spMk id="6" creationId="{F8EEDC4F-1A85-544B-B5DD-4FA79A22B58C}"/>
          </ac:spMkLst>
        </pc:spChg>
      </pc:sldChg>
      <pc:sldChg chg="add del">
        <pc:chgData name="Nicolás Ordax Sommer" userId="6b983d08-dbed-4956-aa35-404793176881" providerId="ADAL" clId="{1ACDF00C-8BD6-4D5F-A171-6A12A363414E}" dt="2026-03-25T14:41:06.173" v="5793"/>
        <pc:sldMkLst>
          <pc:docMk/>
          <pc:sldMk cId="1475294659" sldId="410"/>
        </pc:sldMkLst>
      </pc:sldChg>
      <pc:sldChg chg="addSp modSp add mod">
        <pc:chgData name="Nicolás Ordax Sommer" userId="6b983d08-dbed-4956-aa35-404793176881" providerId="ADAL" clId="{1ACDF00C-8BD6-4D5F-A171-6A12A363414E}" dt="2026-03-25T14:42:35.129" v="5826" actId="1076"/>
        <pc:sldMkLst>
          <pc:docMk/>
          <pc:sldMk cId="2837421769" sldId="410"/>
        </pc:sldMkLst>
        <pc:spChg chg="mod">
          <ac:chgData name="Nicolás Ordax Sommer" userId="6b983d08-dbed-4956-aa35-404793176881" providerId="ADAL" clId="{1ACDF00C-8BD6-4D5F-A171-6A12A363414E}" dt="2026-03-25T14:41:36.565" v="5824" actId="20577"/>
          <ac:spMkLst>
            <pc:docMk/>
            <pc:sldMk cId="2837421769" sldId="410"/>
            <ac:spMk id="3" creationId="{B61A0DFE-0E4A-1F2C-4E67-4FC8ACB89585}"/>
          </ac:spMkLst>
        </pc:spChg>
        <pc:picChg chg="add mod">
          <ac:chgData name="Nicolás Ordax Sommer" userId="6b983d08-dbed-4956-aa35-404793176881" providerId="ADAL" clId="{1ACDF00C-8BD6-4D5F-A171-6A12A363414E}" dt="2026-03-25T14:42:35.129" v="5826" actId="1076"/>
          <ac:picMkLst>
            <pc:docMk/>
            <pc:sldMk cId="2837421769" sldId="410"/>
            <ac:picMk id="5" creationId="{38DB881A-7A15-BD12-628A-D405449EF5A5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4:43:34.743" v="5837"/>
        <pc:sldMkLst>
          <pc:docMk/>
          <pc:sldMk cId="2736690388" sldId="411"/>
        </pc:sldMkLst>
        <pc:spChg chg="mod">
          <ac:chgData name="Nicolás Ordax Sommer" userId="6b983d08-dbed-4956-aa35-404793176881" providerId="ADAL" clId="{1ACDF00C-8BD6-4D5F-A171-6A12A363414E}" dt="2026-03-25T14:43:00.659" v="5836" actId="20577"/>
          <ac:spMkLst>
            <pc:docMk/>
            <pc:sldMk cId="2736690388" sldId="411"/>
            <ac:spMk id="3" creationId="{08B221F3-B279-DBD6-F394-B93204FB1D89}"/>
          </ac:spMkLst>
        </pc:spChg>
        <pc:spChg chg="add mod">
          <ac:chgData name="Nicolás Ordax Sommer" userId="6b983d08-dbed-4956-aa35-404793176881" providerId="ADAL" clId="{1ACDF00C-8BD6-4D5F-A171-6A12A363414E}" dt="2026-03-25T14:43:34.743" v="5837"/>
          <ac:spMkLst>
            <pc:docMk/>
            <pc:sldMk cId="2736690388" sldId="411"/>
            <ac:spMk id="8" creationId="{596083EB-4884-607F-5736-50F6ADC1EB1F}"/>
          </ac:spMkLst>
        </pc:spChg>
        <pc:spChg chg="add mod">
          <ac:chgData name="Nicolás Ordax Sommer" userId="6b983d08-dbed-4956-aa35-404793176881" providerId="ADAL" clId="{1ACDF00C-8BD6-4D5F-A171-6A12A363414E}" dt="2026-03-25T14:43:34.743" v="5837"/>
          <ac:spMkLst>
            <pc:docMk/>
            <pc:sldMk cId="2736690388" sldId="411"/>
            <ac:spMk id="9" creationId="{F3FF6AFE-60DD-267D-78DA-FA3352618B38}"/>
          </ac:spMkLst>
        </pc:spChg>
        <pc:spChg chg="add mod">
          <ac:chgData name="Nicolás Ordax Sommer" userId="6b983d08-dbed-4956-aa35-404793176881" providerId="ADAL" clId="{1ACDF00C-8BD6-4D5F-A171-6A12A363414E}" dt="2026-03-25T14:43:34.743" v="5837"/>
          <ac:spMkLst>
            <pc:docMk/>
            <pc:sldMk cId="2736690388" sldId="411"/>
            <ac:spMk id="10" creationId="{C01C8F41-81DE-D8E0-3719-604B94B3528D}"/>
          </ac:spMkLst>
        </pc:spChg>
        <pc:spChg chg="add mod">
          <ac:chgData name="Nicolás Ordax Sommer" userId="6b983d08-dbed-4956-aa35-404793176881" providerId="ADAL" clId="{1ACDF00C-8BD6-4D5F-A171-6A12A363414E}" dt="2026-03-25T14:43:34.743" v="5837"/>
          <ac:spMkLst>
            <pc:docMk/>
            <pc:sldMk cId="2736690388" sldId="411"/>
            <ac:spMk id="11" creationId="{37FE1633-2DE9-D6A5-FBE5-0BA041033826}"/>
          </ac:spMkLst>
        </pc:spChg>
        <pc:picChg chg="add mod">
          <ac:chgData name="Nicolás Ordax Sommer" userId="6b983d08-dbed-4956-aa35-404793176881" providerId="ADAL" clId="{1ACDF00C-8BD6-4D5F-A171-6A12A363414E}" dt="2026-03-25T14:43:34.743" v="5837"/>
          <ac:picMkLst>
            <pc:docMk/>
            <pc:sldMk cId="2736690388" sldId="411"/>
            <ac:picMk id="4" creationId="{56EA7C15-A3A9-3FC1-4192-84822F9A99D2}"/>
          </ac:picMkLst>
        </pc:picChg>
        <pc:picChg chg="del">
          <ac:chgData name="Nicolás Ordax Sommer" userId="6b983d08-dbed-4956-aa35-404793176881" providerId="ADAL" clId="{1ACDF00C-8BD6-4D5F-A171-6A12A363414E}" dt="2026-03-25T14:42:57.725" v="5828" actId="478"/>
          <ac:picMkLst>
            <pc:docMk/>
            <pc:sldMk cId="2736690388" sldId="411"/>
            <ac:picMk id="5" creationId="{4FB8D954-4565-713B-83EB-452E2EA3C0C9}"/>
          </ac:picMkLst>
        </pc:picChg>
        <pc:picChg chg="add mod">
          <ac:chgData name="Nicolás Ordax Sommer" userId="6b983d08-dbed-4956-aa35-404793176881" providerId="ADAL" clId="{1ACDF00C-8BD6-4D5F-A171-6A12A363414E}" dt="2026-03-25T14:43:34.743" v="5837"/>
          <ac:picMkLst>
            <pc:docMk/>
            <pc:sldMk cId="2736690388" sldId="411"/>
            <ac:picMk id="6" creationId="{27754ED8-EE00-8A31-B8E0-D7558D53EC60}"/>
          </ac:picMkLst>
        </pc:picChg>
        <pc:picChg chg="add mod">
          <ac:chgData name="Nicolás Ordax Sommer" userId="6b983d08-dbed-4956-aa35-404793176881" providerId="ADAL" clId="{1ACDF00C-8BD6-4D5F-A171-6A12A363414E}" dt="2026-03-25T14:43:34.743" v="5837"/>
          <ac:picMkLst>
            <pc:docMk/>
            <pc:sldMk cId="2736690388" sldId="411"/>
            <ac:picMk id="7" creationId="{899B3C97-E522-8037-27C6-5E5B35B5E537}"/>
          </ac:picMkLst>
        </pc:picChg>
      </pc:sldChg>
      <pc:sldChg chg="modSp add mod">
        <pc:chgData name="Nicolás Ordax Sommer" userId="6b983d08-dbed-4956-aa35-404793176881" providerId="ADAL" clId="{1ACDF00C-8BD6-4D5F-A171-6A12A363414E}" dt="2026-03-25T14:46:30.184" v="6306" actId="20577"/>
        <pc:sldMkLst>
          <pc:docMk/>
          <pc:sldMk cId="2194320591" sldId="412"/>
        </pc:sldMkLst>
        <pc:spChg chg="mod">
          <ac:chgData name="Nicolás Ordax Sommer" userId="6b983d08-dbed-4956-aa35-404793176881" providerId="ADAL" clId="{1ACDF00C-8BD6-4D5F-A171-6A12A363414E}" dt="2026-03-25T14:46:30.184" v="6306" actId="20577"/>
          <ac:spMkLst>
            <pc:docMk/>
            <pc:sldMk cId="2194320591" sldId="412"/>
            <ac:spMk id="3" creationId="{837D17AE-2FA6-23DF-8258-1C6E3F499961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25T14:50:05.833" v="6456" actId="478"/>
        <pc:sldMkLst>
          <pc:docMk/>
          <pc:sldMk cId="896945166" sldId="413"/>
        </pc:sldMkLst>
        <pc:spChg chg="mod">
          <ac:chgData name="Nicolás Ordax Sommer" userId="6b983d08-dbed-4956-aa35-404793176881" providerId="ADAL" clId="{1ACDF00C-8BD6-4D5F-A171-6A12A363414E}" dt="2026-03-25T14:47:03.858" v="6337" actId="20577"/>
          <ac:spMkLst>
            <pc:docMk/>
            <pc:sldMk cId="896945166" sldId="413"/>
            <ac:spMk id="3" creationId="{4F258FC0-1DC9-7F79-B4AE-019DB799C68C}"/>
          </ac:spMkLst>
        </pc:spChg>
        <pc:spChg chg="del">
          <ac:chgData name="Nicolás Ordax Sommer" userId="6b983d08-dbed-4956-aa35-404793176881" providerId="ADAL" clId="{1ACDF00C-8BD6-4D5F-A171-6A12A363414E}" dt="2026-03-25T14:46:50.959" v="6309" actId="478"/>
          <ac:spMkLst>
            <pc:docMk/>
            <pc:sldMk cId="896945166" sldId="413"/>
            <ac:spMk id="4" creationId="{F68C1BEE-3DAE-2BDF-E595-C249DFC530EF}"/>
          </ac:spMkLst>
        </pc:spChg>
        <pc:spChg chg="del">
          <ac:chgData name="Nicolás Ordax Sommer" userId="6b983d08-dbed-4956-aa35-404793176881" providerId="ADAL" clId="{1ACDF00C-8BD6-4D5F-A171-6A12A363414E}" dt="2026-03-25T14:46:49.030" v="6308" actId="478"/>
          <ac:spMkLst>
            <pc:docMk/>
            <pc:sldMk cId="896945166" sldId="413"/>
            <ac:spMk id="5" creationId="{F4145994-5EAF-4003-44AB-AD62122FD7EC}"/>
          </ac:spMkLst>
        </pc:spChg>
        <pc:spChg chg="del">
          <ac:chgData name="Nicolás Ordax Sommer" userId="6b983d08-dbed-4956-aa35-404793176881" providerId="ADAL" clId="{1ACDF00C-8BD6-4D5F-A171-6A12A363414E}" dt="2026-03-25T14:46:49.030" v="6308" actId="478"/>
          <ac:spMkLst>
            <pc:docMk/>
            <pc:sldMk cId="896945166" sldId="413"/>
            <ac:spMk id="6" creationId="{BF50FC2B-20B7-FB76-E0ED-38EFEA1582A1}"/>
          </ac:spMkLst>
        </pc:spChg>
        <pc:spChg chg="add mod">
          <ac:chgData name="Nicolás Ordax Sommer" userId="6b983d08-dbed-4956-aa35-404793176881" providerId="ADAL" clId="{1ACDF00C-8BD6-4D5F-A171-6A12A363414E}" dt="2026-03-25T14:49:16.235" v="6431" actId="1076"/>
          <ac:spMkLst>
            <pc:docMk/>
            <pc:sldMk cId="896945166" sldId="413"/>
            <ac:spMk id="7" creationId="{66717887-08B4-246F-FA0D-4ABB0E550B30}"/>
          </ac:spMkLst>
        </pc:spChg>
        <pc:spChg chg="add del mod">
          <ac:chgData name="Nicolás Ordax Sommer" userId="6b983d08-dbed-4956-aa35-404793176881" providerId="ADAL" clId="{1ACDF00C-8BD6-4D5F-A171-6A12A363414E}" dt="2026-03-25T14:50:01.749" v="6455" actId="478"/>
          <ac:spMkLst>
            <pc:docMk/>
            <pc:sldMk cId="896945166" sldId="413"/>
            <ac:spMk id="8" creationId="{4F95F758-FA67-C07B-601D-9BA2AC0F161B}"/>
          </ac:spMkLst>
        </pc:spChg>
        <pc:picChg chg="add del mod">
          <ac:chgData name="Nicolás Ordax Sommer" userId="6b983d08-dbed-4956-aa35-404793176881" providerId="ADAL" clId="{1ACDF00C-8BD6-4D5F-A171-6A12A363414E}" dt="2026-03-25T14:50:05.833" v="6456" actId="478"/>
          <ac:picMkLst>
            <pc:docMk/>
            <pc:sldMk cId="896945166" sldId="413"/>
            <ac:picMk id="9" creationId="{17C51EAD-7AB6-8DBF-48AE-F58DF26A0ECA}"/>
          </ac:picMkLst>
        </pc:picChg>
      </pc:sldChg>
      <pc:sldChg chg="addSp delSp modSp add mod">
        <pc:chgData name="Nicolás Ordax Sommer" userId="6b983d08-dbed-4956-aa35-404793176881" providerId="ADAL" clId="{1ACDF00C-8BD6-4D5F-A171-6A12A363414E}" dt="2026-03-25T15:04:54.900" v="6553" actId="1076"/>
        <pc:sldMkLst>
          <pc:docMk/>
          <pc:sldMk cId="3898288449" sldId="414"/>
        </pc:sldMkLst>
        <pc:spChg chg="mod">
          <ac:chgData name="Nicolás Ordax Sommer" userId="6b983d08-dbed-4956-aa35-404793176881" providerId="ADAL" clId="{1ACDF00C-8BD6-4D5F-A171-6A12A363414E}" dt="2026-03-25T15:04:54.900" v="6553" actId="1076"/>
          <ac:spMkLst>
            <pc:docMk/>
            <pc:sldMk cId="3898288449" sldId="414"/>
            <ac:spMk id="3" creationId="{89A800BC-58B1-B731-00DC-DF3ED2289324}"/>
          </ac:spMkLst>
        </pc:spChg>
        <pc:spChg chg="add mod">
          <ac:chgData name="Nicolás Ordax Sommer" userId="6b983d08-dbed-4956-aa35-404793176881" providerId="ADAL" clId="{1ACDF00C-8BD6-4D5F-A171-6A12A363414E}" dt="2026-03-25T14:50:57.853" v="6470" actId="1076"/>
          <ac:spMkLst>
            <pc:docMk/>
            <pc:sldMk cId="3898288449" sldId="414"/>
            <ac:spMk id="4" creationId="{2F9A059B-A0F1-0B8E-0DD8-B5F0DD85CF75}"/>
          </ac:spMkLst>
        </pc:spChg>
        <pc:picChg chg="add mod">
          <ac:chgData name="Nicolás Ordax Sommer" userId="6b983d08-dbed-4956-aa35-404793176881" providerId="ADAL" clId="{1ACDF00C-8BD6-4D5F-A171-6A12A363414E}" dt="2026-03-25T14:50:50.686" v="6467" actId="1076"/>
          <ac:picMkLst>
            <pc:docMk/>
            <pc:sldMk cId="3898288449" sldId="414"/>
            <ac:picMk id="5" creationId="{4A5275A5-7620-4941-ED40-28499B99212B}"/>
          </ac:picMkLst>
        </pc:picChg>
        <pc:picChg chg="add del mod">
          <ac:chgData name="Nicolás Ordax Sommer" userId="6b983d08-dbed-4956-aa35-404793176881" providerId="ADAL" clId="{1ACDF00C-8BD6-4D5F-A171-6A12A363414E}" dt="2026-03-25T14:51:11.409" v="6472" actId="478"/>
          <ac:picMkLst>
            <pc:docMk/>
            <pc:sldMk cId="3898288449" sldId="414"/>
            <ac:picMk id="6" creationId="{2406EE36-D812-60EE-6386-E8FABEFC72CA}"/>
          </ac:picMkLst>
        </pc:picChg>
      </pc:sldChg>
      <pc:sldChg chg="modSp add mod">
        <pc:chgData name="Nicolás Ordax Sommer" userId="6b983d08-dbed-4956-aa35-404793176881" providerId="ADAL" clId="{1ACDF00C-8BD6-4D5F-A171-6A12A363414E}" dt="2026-03-25T15:21:51.835" v="6593" actId="1076"/>
        <pc:sldMkLst>
          <pc:docMk/>
          <pc:sldMk cId="2669482393" sldId="415"/>
        </pc:sldMkLst>
        <pc:spChg chg="mod">
          <ac:chgData name="Nicolás Ordax Sommer" userId="6b983d08-dbed-4956-aa35-404793176881" providerId="ADAL" clId="{1ACDF00C-8BD6-4D5F-A171-6A12A363414E}" dt="2026-03-25T15:21:51.835" v="6593" actId="1076"/>
          <ac:spMkLst>
            <pc:docMk/>
            <pc:sldMk cId="2669482393" sldId="415"/>
            <ac:spMk id="4" creationId="{BD3BAA18-BA6B-C461-19E5-DDBE2C642ADE}"/>
          </ac:spMkLst>
        </pc:spChg>
        <pc:spChg chg="mod">
          <ac:chgData name="Nicolás Ordax Sommer" userId="6b983d08-dbed-4956-aa35-404793176881" providerId="ADAL" clId="{1ACDF00C-8BD6-4D5F-A171-6A12A363414E}" dt="2026-03-25T15:05:41.476" v="6568" actId="1076"/>
          <ac:spMkLst>
            <pc:docMk/>
            <pc:sldMk cId="2669482393" sldId="415"/>
            <ac:spMk id="5" creationId="{524B1E1D-7A1D-C1B3-52E5-7BFF910021A0}"/>
          </ac:spMkLst>
        </pc:spChg>
        <pc:spChg chg="mod">
          <ac:chgData name="Nicolás Ordax Sommer" userId="6b983d08-dbed-4956-aa35-404793176881" providerId="ADAL" clId="{1ACDF00C-8BD6-4D5F-A171-6A12A363414E}" dt="2026-03-25T15:06:00.661" v="6573" actId="1076"/>
          <ac:spMkLst>
            <pc:docMk/>
            <pc:sldMk cId="2669482393" sldId="415"/>
            <ac:spMk id="7" creationId="{9EE6839A-ED2E-FBF2-989B-25148B83B7E4}"/>
          </ac:spMkLst>
        </pc:spChg>
        <pc:picChg chg="mod">
          <ac:chgData name="Nicolás Ordax Sommer" userId="6b983d08-dbed-4956-aa35-404793176881" providerId="ADAL" clId="{1ACDF00C-8BD6-4D5F-A171-6A12A363414E}" dt="2026-03-25T15:05:51.966" v="6572" actId="14100"/>
          <ac:picMkLst>
            <pc:docMk/>
            <pc:sldMk cId="2669482393" sldId="415"/>
            <ac:picMk id="6" creationId="{4E311182-A428-952B-295F-09331A9348E1}"/>
          </ac:picMkLst>
        </pc:picChg>
        <pc:picChg chg="mod">
          <ac:chgData name="Nicolás Ordax Sommer" userId="6b983d08-dbed-4956-aa35-404793176881" providerId="ADAL" clId="{1ACDF00C-8BD6-4D5F-A171-6A12A363414E}" dt="2026-03-25T15:05:36.894" v="6566" actId="1076"/>
          <ac:picMkLst>
            <pc:docMk/>
            <pc:sldMk cId="2669482393" sldId="415"/>
            <ac:picMk id="8" creationId="{49751E1B-845A-B87D-D0C3-65C1BC6DE4A8}"/>
          </ac:picMkLst>
        </pc:picChg>
      </pc:sldChg>
      <pc:sldChg chg="modSp add mod">
        <pc:chgData name="Nicolás Ordax Sommer" userId="6b983d08-dbed-4956-aa35-404793176881" providerId="ADAL" clId="{1ACDF00C-8BD6-4D5F-A171-6A12A363414E}" dt="2026-03-25T15:22:58.822" v="6695" actId="113"/>
        <pc:sldMkLst>
          <pc:docMk/>
          <pc:sldMk cId="805231498" sldId="416"/>
        </pc:sldMkLst>
        <pc:spChg chg="mod">
          <ac:chgData name="Nicolás Ordax Sommer" userId="6b983d08-dbed-4956-aa35-404793176881" providerId="ADAL" clId="{1ACDF00C-8BD6-4D5F-A171-6A12A363414E}" dt="2026-03-25T15:22:58.822" v="6695" actId="113"/>
          <ac:spMkLst>
            <pc:docMk/>
            <pc:sldMk cId="805231498" sldId="416"/>
            <ac:spMk id="6" creationId="{0B2B9DED-9925-B809-B5C1-28066F7647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AA004-3512-42FE-8985-71E0D30A7906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45D9A-B983-4371-9522-1D5B6919EF3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901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63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23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5663-453F-41F9-8554-331A771C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31677-D35D-6428-C194-1D9E2F1A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15C0-6D4D-A038-D32C-EFC057561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is all stuff we will see the next 2 days</a:t>
            </a:r>
          </a:p>
          <a:p>
            <a:r>
              <a:rPr lang="en-GB"/>
              <a:t>Often no clear cut answer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1EBDB-1AA2-85CD-8089-BA8B4F540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592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52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8538-6F32-F1D2-9FB8-49F1B7AB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B53CB-C688-9BD8-E847-A91EB0567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B0DAC-C179-C84F-970D-E18985025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344A-E398-C534-C28C-BE35B69E0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48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F32D-9056-80E9-D4AB-72257E94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4CDF8-0DC9-C03F-9332-AC9BBA52E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83CBB-67A7-BCE0-5528-B3A894E1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699DF-50DC-E78C-EAF8-4D518DAF5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57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A0D4-5EC8-CC01-4660-85551C8F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DE580-F4E0-673B-5D33-07D0BFF54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14266-F9E1-AFBC-0EB5-42F6152EB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don’t need to understand this equation to understand an SSF paper</a:t>
            </a:r>
          </a:p>
          <a:p>
            <a:endParaRPr lang="en-GB" dirty="0"/>
          </a:p>
          <a:p>
            <a:r>
              <a:rPr lang="en-GB" dirty="0"/>
              <a:t>But you should if you plan on </a:t>
            </a:r>
            <a:r>
              <a:rPr lang="en-GB"/>
              <a:t>writing one</a:t>
            </a:r>
          </a:p>
          <a:p>
            <a:endParaRPr lang="en-GB"/>
          </a:p>
          <a:p>
            <a:r>
              <a:rPr lang="en-GB"/>
              <a:t>Remember the selection kernel from the RSF?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62A44-12D9-779D-4106-1BA36E3AB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792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A653-64C2-F9AE-C67E-AA2C1748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5FB1E-5E96-3CA8-7323-EF568D6A3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3E1A4-9334-2956-E88D-2DB3B3E0D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EFC4-7B93-E9EC-E8FE-2CCDECE6E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01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FC08-6FEB-4671-DDB3-EE0F246F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C6D4B-23A6-0F89-D84A-31E9C2AD4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1BE11-C0EF-E59F-AC2D-E34915B98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86263-8BEE-FAE0-61F4-5D0B3051B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497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01C6-A325-A18D-CBA7-DE421917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1D554-3585-0825-A292-EDD4FDB19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614B8-52EA-81D0-4996-70F218E31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5306-CC77-B22B-13CF-824CE26B3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877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F4A9-7410-2092-9683-E776D887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6D0DB-6533-9ABF-9156-EBD7B2B2F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A340F-57FA-90E0-042C-589A5A864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FEC12-B902-2CB6-EEC1-4EF17EE7B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61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1C37-E315-5D57-CC5C-0E02C401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70AD7-4538-F196-5A5D-6AE0D75FB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067BB-9FDA-6729-4248-D8516BB1D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9F8A-CDD1-00DF-3FD3-52AE60D4C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467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A105-73E9-3CCE-0F66-889E2FC3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77B1E-7AAC-46AF-7201-A08CDFE6A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3AA59-DEAF-CFA2-C171-F6BE522FA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8AF73-B44E-8171-B840-280AB495A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71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4908-1517-88D7-417A-3E4531F5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8D3CA-B701-D096-21F9-A6D233C3B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A1633-EC13-095B-70AC-410F4FB7A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33715-5E25-C4BB-AC92-96C42DB3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993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1F563-9D6B-97CC-F858-8684EAEB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D4A06-71B2-09FE-26DD-9C0841947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C89A9-9F71-350C-7C03-450A8CACE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D9F0-D8BB-D992-513A-407AC0CD9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396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F36D-165E-0FB8-AD49-2AC966F3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71428-78BE-7770-6B10-75DE855DA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0E725-830A-36F7-0AA9-47078275C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C2086-5C1A-14BD-ABC4-3AE2624C7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338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EBC2-7F0C-F895-91C0-99B8AD9E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10A6C-D18B-4CE0-E981-FE8882678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AC6E0-AB68-44A5-487E-F375B52F7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FB91C-1F05-0025-906F-4F7AE77D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124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D6DF-1CF1-9D33-8032-A8C6B663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BF2D9-1749-6C7D-0E07-4CB10AE5A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B867F-FE7F-374D-9B05-DBC428134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691CF-44DE-DB52-5CC6-A06E7F3DF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0592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004D-5B99-7066-7A4A-1159CE5A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EB734-FBB2-D818-0117-9F554CCBB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0A0C5-D681-1215-7BDF-53B0195DE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80EF-06B3-B3F0-65C8-E8D760FB7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869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8964B-4C19-DF12-D35C-7DAD17E5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8DF76-D20D-559F-11FF-E4CC85440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DA3EE-228A-5AB4-6C66-7B30CA0BC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DB392-5665-129B-67C5-E54102CCA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052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7712-F315-C3A3-1D9A-A42861CF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34E14-F394-E693-814E-70AB7E85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7553B-4622-9788-51A8-E1BA24016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FC755-80D8-A8BA-20CD-38351E131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345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685F-98D2-5EC7-C4E3-CFB8BBA6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4D4F7-1934-41BF-30F4-042D65061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1732E-5E7E-82CC-D02B-FE56D46F7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Typically GPS data </a:t>
            </a:r>
          </a:p>
          <a:p>
            <a:endParaRPr lang="en-GB"/>
          </a:p>
          <a:p>
            <a:r>
              <a:rPr lang="en-GB"/>
              <a:t>But any type of tracking that will give somewhat regularly spaced time intervals works!</a:t>
            </a:r>
          </a:p>
          <a:p>
            <a:endParaRPr lang="en-GB"/>
          </a:p>
          <a:p>
            <a:r>
              <a:rPr lang="en-GB"/>
              <a:t>In this course we focus on telemetry data</a:t>
            </a:r>
          </a:p>
          <a:p>
            <a:endParaRPr lang="en-GB"/>
          </a:p>
          <a:p>
            <a:r>
              <a:rPr lang="en-GB"/>
              <a:t>TRANSITION</a:t>
            </a:r>
            <a:br>
              <a:rPr lang="en-GB"/>
            </a:br>
            <a:r>
              <a:rPr lang="en-GB"/>
              <a:t>But what kind of covariates can we use?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66774-5FFF-88D9-0287-82DFBC6F3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58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3D07-A030-41A4-D67C-B851EE57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7ABD0-B17F-D9D4-6523-9FE3175DF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8166B-56A4-4517-86AB-2FD38BB2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Any possible covariate can be used, as long as it’s spatially structured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F38E3-8D93-A131-EEF0-9818D1270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49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FA58-53B0-447A-383A-9EDA5D8F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86F16-A314-BC91-EA51-80DA56D97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5F5E8-5492-F939-4810-D50FA531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5BD5F-7EF9-A987-E4F4-D5B65FD1C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27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DE2D0-4930-5F6A-B1F7-79C87C83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F0FFB-F21F-A805-6A92-579EC8864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7DA4A-C357-5614-DA23-DDC2E2986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2B68F-5B6F-0567-3631-56BADDCA3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107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E1A5-5ADC-BE27-E23E-46ADCD4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9ED09-A493-21CE-8056-889E2BA71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2F883-537C-9477-2F5F-987579147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5749A-FD35-8042-2739-F6C8236A0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367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32C1-8E34-D6DC-7C47-A83DA6F2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76F77-C3B4-1B9F-FF8C-0984148ED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DCB54-00A2-4E8A-C7CD-B1A2BF56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AF395-B194-83C6-93AB-D91E6A005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079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DB6D1-12FB-4DC6-BFB5-F4C619AA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84129-04FE-A736-422C-A2FCDA31A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5860B-E98E-62EF-20B5-34C27C42B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13E-B3AA-EE2A-65FB-834FD41F0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8737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9833-F555-150F-70F3-354877C3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2E431-27C2-25F4-2C51-C0602169B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A404D-7CEE-AC03-E199-BEA440BA7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62FDA-A7B6-3442-6F8C-DC7ACB526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77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9554-C9A9-2E24-90A8-8983EBF7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06DF3-A66E-0AF6-32C7-68B1D57CA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425CF-A0D6-EF39-C7B8-9778C32DD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EC64C-6D13-C7F0-0CFC-AF5D48932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3844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18BD-3C30-06BC-2B7E-E0D0F21E3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9A355-4FFB-B9A9-325A-22CFA0C26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94640-D3BB-B18D-8C0A-32518CAC0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25382-D393-D5A4-D8B0-AE0A248E4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3374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91CB-3248-4323-205D-A37015A7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130DE-90F6-4355-4F1A-11803059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E32F9-7CFA-B927-2BB7-7BB7E89A2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865C4-3D1D-0A3C-981B-E44D50DA9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525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15B6-0008-9C60-AD96-3C934C51C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9788C-B858-1402-6EDA-FCCDB58C2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48A5A-6893-2781-00ED-A3A04D72C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E16AF-D493-8569-0B98-83A6BD6AA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075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E6802-3396-EEBB-7D14-82862EB3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AA40C-3B14-D378-4A13-2803B408C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C1856-B3CC-D1A7-5481-A081C122F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A31B2-20EF-517C-E2F0-A8E75937C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9938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9CB5-4D4C-1107-2AB8-5A474BCD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1867C-BA0B-52FE-2D28-79CBCA09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909-B611-620C-CAE8-E3C3BA028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DFA88-BD45-4A6F-391C-42BE585B1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9905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B21C-5F8A-B95A-588C-136E506C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595F-ABCC-C199-90AB-E3B5F45DC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7C8CE-210A-C60C-DCD0-F4FF49BC4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D6CF7-D11D-3EA5-AEEE-5E0B31B3E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9109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B734-2B3E-33A4-8001-6A8E6338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35AAB-5505-616A-1FD5-3CFFDBCBE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71F06-4793-B6A2-94CB-CA4FEAF79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 HOW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1F23A-F280-2D7A-D70B-6097FF83D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3064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86C9-2DF7-8983-9B7E-96806143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74E4B-B259-6241-54B5-317712D1D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BB310-D143-D2A7-6CE4-FD54CF097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D3FEE-91F8-05AB-499F-993606D71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751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C5A0-5E43-95DF-F09A-08EA47F2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347AC-D0B4-2316-56CA-33EB783DC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58C57-BF43-8244-2196-AFF27DAF8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C9155-23CB-2A48-6CCB-C494C121B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67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1408-0B95-9F9A-43D5-C78851B3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35D45-928F-2F9A-B76F-31F861F6D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98E9-AC81-7A86-D117-22D3D5F51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11991-E2ED-B489-994D-358000782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8475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9938-2275-D612-B90E-EFD1021C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30EF8-1AB4-CF3C-58FC-544E5B734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E66D1-49F3-1652-D7CF-E4716DF14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0B74A-7814-DBB7-684D-17F51F3AA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2049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97D5-8F4C-E5CE-8953-14AB277A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CB727-174E-F953-6180-0C8795FF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7C62A-B0F3-83B6-1E13-6D122B25A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193BB-6EB8-B69F-236E-327E5E96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1857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76A4-116F-89A3-0376-51137E61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287DF-FBF9-940B-D159-EA16F16EC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BC97B-870D-C09A-0BD8-C2D870E45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C9901-2174-28BE-256A-1B8B8D4F7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6241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15791-EFE9-369A-CB7D-441C15A7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B2D5-C779-2C2E-93AC-8D5D47924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0344B-8683-C072-25D7-B58F42C0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D3BD0-125A-F089-3923-634FAB0AB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3385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0D59-F4E6-FF43-F2ED-1F3394B6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54008-17E4-D061-B533-4DA436525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B7B1D-B2D9-8852-DAE5-DF51E792B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57BFF-F142-0783-66B7-CD94794C8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680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D4D2-06B5-5B08-3EF6-F659C344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569B7-DC21-C427-11A3-BF1C6E276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9B826-83DA-4516-2404-DE2E9217E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BDC75-FB23-07FA-8B45-0C310ECF7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5400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2A42-44F8-A90B-E902-5532A851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2F80F-497F-EC2D-BE48-DE1F1AB34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DFF79-CFE7-C6B6-8980-1A86A84DB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9A73B-C4CA-94F5-7F2B-EDCF62C45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1006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40C7-8570-C3CF-C377-B8FA1462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BF2E8-3143-AACA-EEC3-D567E1337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0AC5-FBC5-2237-FCDE-EEC4CB089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8444-9172-31EA-9B1B-8CC7D5121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2176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F512-CFAF-95EB-8696-72871292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33A35-59DB-42E7-9396-F1880006A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DDD6D-6ECE-22B2-0416-84E57AA6B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1FD3F-FC3D-645F-85E4-5BE2F591A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697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6B5-371C-8B89-C0C8-D7C0CED3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F407B-78FC-4C69-D4CD-31E3489C8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05C4D-E85F-63B6-D520-7EFB0F5D9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12FF8-E738-493C-6E91-7A84BAE12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9335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82CA-B3CE-8BF3-1945-B74C9A38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68038-6AC0-E1E1-69E9-4FFF4B4EC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DE876-F3D5-9F25-E2D8-4B3AF5454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1C91-4F44-6B2A-1A14-D5C7BA7DD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7624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B72E-3283-F761-B640-811F416E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919EE-3CC0-AF49-7492-49AECA183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1AB61-4660-95D6-8D5B-CE60BB66E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6B519-9547-779F-8919-D0BD5D0B9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3750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B8E8-76A2-5D92-A569-D3E09F63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0A9CD-9095-D384-9751-4CB327CA5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44724-4465-8375-29CC-00A011045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0CD8C-1E8C-7C61-10ED-2DDB209C3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3742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B146-C845-E68F-0858-66161A42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C405F-C5F1-B8E8-1FAC-4257968B5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28AB1-675C-406A-7EBE-BA23A708D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1FEE8-B493-20FF-7167-8A27B1F83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2429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1341-E862-15E2-4F15-605CFBF8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B66E8-0804-92D9-6D6F-BFF0FB5E9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53E8D-8085-7A6F-CAE4-3B8564251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BD52E-1FCD-915B-1042-4D1787D0A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7044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F126-EAF7-9959-C049-45C2D4A4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56819-7393-F3EA-6F96-A7F01C64A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F1B8-C61C-43C7-2CCC-571EBDA41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2CCF-508F-267A-BB4C-33ED31B34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5653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CACE-B81B-1567-DB9D-8685EA5B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D1CC5-1EB1-3000-FEBC-C51CD9995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A37CE-2B0F-16F3-F713-2F48EEC3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affects the probability of the observed and available steps?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D6985-5F6D-A118-14BE-56F2FF983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98502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5663-453F-41F9-8554-331A771C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31677-D35D-6428-C194-1D9E2F1A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15C0-6D4D-A038-D32C-EFC057561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is all stuff we will see the next 2 days</a:t>
            </a:r>
          </a:p>
          <a:p>
            <a:r>
              <a:rPr lang="en-GB"/>
              <a:t>Often no clear cut answer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1EBDB-1AA2-85CD-8089-BA8B4F540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59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4D1A3-E564-224D-4FB4-FBEDA51D6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038C84-44B6-371D-2723-DCA2F6104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1C0EEF-8D76-20F6-2029-0C4872C2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7116C-2548-7DB2-5AB0-9C3498BD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2628B0-3AA4-32E1-6C39-F9205493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844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A8E4D-B04C-7071-6AB9-93FD03C5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2F583-379A-5285-0B1A-B1088E8A6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E30588-3E79-E5FD-8119-D376BFE2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17123-AA02-37C4-E216-AD56B992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449917-3EB4-776F-B8F9-540ED080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32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59CF-808E-62EF-2EC9-4EF291A2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518EEB-BABF-38DC-C0C7-DF5A3EA59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31EF2A-86F7-7D38-91E5-1EF371C13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71C8E-14F0-09CE-49F4-CD53C5E9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65759B-2A1C-1FB1-65C0-23CED8E1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00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032BB-BD65-4C03-FBF4-9D077C7F9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476DC8-3E24-3D58-6F6D-EFEC6DDC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D7F81A-917D-6C4A-3AAA-ACCB0D894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C66151-2133-5BC1-E933-0F48C835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A0A2AA-51BE-096F-CF34-52D5DBA1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63047B-B4D5-F9CE-4FC6-8CC10062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59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6B28D-5673-FCE8-3FA1-E90AA680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FCEE9E-8E03-2131-3AA7-10B3BF9E5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98C56C-49E4-3BB2-B8C3-34A30D49C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77544C-49E3-DEC8-8FB5-4B45898C0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BFC7CB-090C-573D-3E50-1397786E8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B59F7A-DD93-9528-6EDC-46457DA5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49CE7C-BA01-2D63-8473-776E35EF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92EAE1-87AF-25A1-4D89-B3A7DE15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11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793E-B336-4872-4E61-92BE7A28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5C2C99-9631-CBC6-E38F-A4B0858D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AE5F23-C76D-0D81-DF0A-ED7B8C24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E6B110-C62A-6761-B451-C5B90E71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25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DC8CB3-8461-0FAF-E480-56F359F6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563410-7019-C255-4616-3BD8B7F8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6E56E9-9727-9118-1610-12BAB742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73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CB9BA-F1FD-8F1D-16C8-D48C420B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644F4-42A7-6039-B57E-3F550BAF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237EDC-672E-FDB1-B54C-43ABB5DE2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8644F6-5616-019D-C10A-31DA2945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129215-D76B-1235-EDE1-DFB4D0BA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EC6F6C-CDD5-A911-F915-B6C30449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367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A3AD3-8FA2-45B6-AB2A-03F2346E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C79421-136E-520E-D0D9-57AB62E36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440649-2763-67B9-F984-CD0316906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8C8EB8-2E88-C366-95CA-F57CF597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1BC32F-262D-2186-6343-3BABC91C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5D400A-BEB3-723E-06D3-D1CEC048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5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A57A9-5491-A9D6-C8E2-675F8971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479217-DE3D-D33C-8D79-9E8C8B039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FE272F-37EB-72F6-229A-52885226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4D08D-67F1-56BD-CA4A-C100C4C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D710CF-DD92-F640-821F-94F90A05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397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1219A0-21A8-D87E-A510-4524BD652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77627E-6454-6DAF-69DE-8425E80DA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398618-F6FE-E5F5-4577-E78118AE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DEEE84-4C00-407F-21A7-8848F2C3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CEE3E-CCCA-ED0F-ED93-64F6F2C8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98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3C15ED-5F72-4A4A-2A5C-3E49899B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1EE432-FDCF-9C72-E680-62FD2864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75A6CC-91BA-FFA4-2A0B-ECC9ABB84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2DBFF-9165-465B-8E04-32DFFFA9B5DD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F3B869-6B91-AFED-AC94-6153D9B3D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FBA5AC-D552-03DB-3F68-E5968635C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FA0FC-B58E-405C-86FC-A85853ED88A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2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54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04C06-8DBF-4D2A-888D-5BC43E236A55}"/>
              </a:ext>
            </a:extLst>
          </p:cNvPr>
          <p:cNvSpPr txBox="1"/>
          <p:nvPr/>
        </p:nvSpPr>
        <p:spPr>
          <a:xfrm>
            <a:off x="842278" y="2324795"/>
            <a:ext cx="10812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https://github.com/NicoOrdax/SSF_Seminar</a:t>
            </a:r>
            <a:endParaRPr lang="en-GB" sz="36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0B515-A639-3D48-D885-3CC4DAB08724}"/>
              </a:ext>
            </a:extLst>
          </p:cNvPr>
          <p:cNvSpPr txBox="1"/>
          <p:nvPr/>
        </p:nvSpPr>
        <p:spPr>
          <a:xfrm>
            <a:off x="930274" y="4210039"/>
            <a:ext cx="10636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Download or clone/fork the repository to your laptops</a:t>
            </a:r>
            <a:endParaRPr lang="en-GB" sz="2800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75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38BB1-A139-4558-4C21-05ECA388C8AB}"/>
              </a:ext>
            </a:extLst>
          </p:cNvPr>
          <p:cNvSpPr txBox="1"/>
          <p:nvPr/>
        </p:nvSpPr>
        <p:spPr>
          <a:xfrm>
            <a:off x="1426906" y="1865045"/>
            <a:ext cx="26694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3BBEF-2D0B-172E-ED0B-ADFD3DA8B207}"/>
              </a:ext>
            </a:extLst>
          </p:cNvPr>
          <p:cNvSpPr txBox="1"/>
          <p:nvPr/>
        </p:nvSpPr>
        <p:spPr>
          <a:xfrm>
            <a:off x="353960" y="4976056"/>
            <a:ext cx="7443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Combining the modelling of movement &amp; selection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814E6-5B74-3046-EAD8-DE49602DFE9D}"/>
              </a:ext>
            </a:extLst>
          </p:cNvPr>
          <p:cNvSpPr txBox="1"/>
          <p:nvPr/>
        </p:nvSpPr>
        <p:spPr>
          <a:xfrm>
            <a:off x="3652546" y="530427"/>
            <a:ext cx="44441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A3772-2E5B-6DAB-80EE-43D039C9A102}"/>
              </a:ext>
            </a:extLst>
          </p:cNvPr>
          <p:cNvSpPr txBox="1"/>
          <p:nvPr/>
        </p:nvSpPr>
        <p:spPr>
          <a:xfrm>
            <a:off x="5279241" y="2559411"/>
            <a:ext cx="54126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Functions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EDFD7B-11BB-BB04-C903-FC2F5FF5327F}"/>
              </a:ext>
            </a:extLst>
          </p:cNvPr>
          <p:cNvSpPr/>
          <p:nvPr/>
        </p:nvSpPr>
        <p:spPr>
          <a:xfrm>
            <a:off x="3237763" y="2242880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B019B4-4FC3-BE72-8BF0-5FDFAEAD055D}"/>
              </a:ext>
            </a:extLst>
          </p:cNvPr>
          <p:cNvSpPr/>
          <p:nvPr/>
        </p:nvSpPr>
        <p:spPr>
          <a:xfrm>
            <a:off x="8614098" y="2893878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BFC8BC-B494-9A02-9665-0727941A5662}"/>
              </a:ext>
            </a:extLst>
          </p:cNvPr>
          <p:cNvSpPr/>
          <p:nvPr/>
        </p:nvSpPr>
        <p:spPr>
          <a:xfrm>
            <a:off x="6802231" y="874954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FF4CA6-3A5A-362D-7615-5829B8C51A43}"/>
              </a:ext>
            </a:extLst>
          </p:cNvPr>
          <p:cNvCxnSpPr>
            <a:cxnSpLocks/>
          </p:cNvCxnSpPr>
          <p:nvPr/>
        </p:nvCxnSpPr>
        <p:spPr>
          <a:xfrm flipV="1">
            <a:off x="3857996" y="1302808"/>
            <a:ext cx="2944235" cy="107526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F892D9-4FAC-C5B5-103A-36A99E61EBC7}"/>
              </a:ext>
            </a:extLst>
          </p:cNvPr>
          <p:cNvCxnSpPr>
            <a:cxnSpLocks/>
          </p:cNvCxnSpPr>
          <p:nvPr/>
        </p:nvCxnSpPr>
        <p:spPr>
          <a:xfrm>
            <a:off x="7342231" y="1414954"/>
            <a:ext cx="1391136" cy="14495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58D48-4CB7-32D6-AD47-1F43B7CB4976}"/>
              </a:ext>
            </a:extLst>
          </p:cNvPr>
          <p:cNvSpPr txBox="1"/>
          <p:nvPr/>
        </p:nvSpPr>
        <p:spPr>
          <a:xfrm>
            <a:off x="1354920" y="3013501"/>
            <a:ext cx="9482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2 – How do I fit an </a:t>
            </a:r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SSF?</a:t>
            </a:r>
          </a:p>
        </p:txBody>
      </p:sp>
    </p:spTree>
    <p:extLst>
      <p:ext uri="{BB962C8B-B14F-4D97-AF65-F5344CB8AC3E}">
        <p14:creationId xmlns:p14="http://schemas.microsoft.com/office/powerpoint/2010/main" val="45892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8EEA-51F2-B3FD-DD86-92852632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3E308-A9ED-B214-C902-DE345D299F05}"/>
              </a:ext>
            </a:extLst>
          </p:cNvPr>
          <p:cNvSpPr txBox="1"/>
          <p:nvPr/>
        </p:nvSpPr>
        <p:spPr>
          <a:xfrm>
            <a:off x="462116" y="471943"/>
            <a:ext cx="1156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1: Take home messages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D17AE-2FA6-23DF-8258-1C6E3F499961}"/>
              </a:ext>
            </a:extLst>
          </p:cNvPr>
          <p:cNvSpPr txBox="1"/>
          <p:nvPr/>
        </p:nvSpPr>
        <p:spPr>
          <a:xfrm>
            <a:off x="737421" y="1794387"/>
            <a:ext cx="10984679" cy="390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Movement and selection are tightly linked 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SSFs allow them to be studied together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We try to understand why a step was chosen over others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SSFs give us how an animal selects features and how it moves with/without selection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5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21CC-9BEB-7AEE-3987-59381789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45356-BA55-D463-B7B0-67A0BBFA91D3}"/>
              </a:ext>
            </a:extLst>
          </p:cNvPr>
          <p:cNvSpPr txBox="1"/>
          <p:nvPr/>
        </p:nvSpPr>
        <p:spPr>
          <a:xfrm>
            <a:off x="462115" y="471943"/>
            <a:ext cx="9940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2 – How do I fit an SSF?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1DB25-B879-7221-E6CB-126CFACFC8D9}"/>
              </a:ext>
            </a:extLst>
          </p:cNvPr>
          <p:cNvSpPr txBox="1"/>
          <p:nvPr/>
        </p:nvSpPr>
        <p:spPr>
          <a:xfrm>
            <a:off x="737421" y="1794387"/>
            <a:ext cx="10825314" cy="4087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Learning </a:t>
            </a:r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objectives</a:t>
            </a: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preparing data for SSFs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Choosing how to model the movement component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Understanding the likelihood function of an SSF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Fitting a basic SSF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Interpreting the model coefficients</a:t>
            </a:r>
          </a:p>
        </p:txBody>
      </p:sp>
    </p:spTree>
    <p:extLst>
      <p:ext uri="{BB962C8B-B14F-4D97-AF65-F5344CB8AC3E}">
        <p14:creationId xmlns:p14="http://schemas.microsoft.com/office/powerpoint/2010/main" val="41516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21370-BA4A-18DC-C929-717F4274F081}"/>
              </a:ext>
            </a:extLst>
          </p:cNvPr>
          <p:cNvSpPr txBox="1"/>
          <p:nvPr/>
        </p:nvSpPr>
        <p:spPr>
          <a:xfrm>
            <a:off x="5405438" y="3848783"/>
            <a:ext cx="6481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Why was the selected step chosen over </a:t>
            </a:r>
            <a:r>
              <a:rPr lang="en-GB" sz="3600" b="1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all other possible </a:t>
            </a:r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steps?</a:t>
            </a:r>
            <a:endParaRPr lang="en-GB" sz="3600" i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034DA-67DC-8847-DE82-C878A09BD78A}"/>
              </a:ext>
            </a:extLst>
          </p:cNvPr>
          <p:cNvSpPr txBox="1"/>
          <p:nvPr/>
        </p:nvSpPr>
        <p:spPr>
          <a:xfrm>
            <a:off x="462116" y="471943"/>
            <a:ext cx="10342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goal of modeling </a:t>
            </a:r>
            <a:r>
              <a:rPr lang="en-GB" sz="48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with</a:t>
            </a:r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FF654-344C-931F-CED9-247703095360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</a:t>
            </a:r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is our question</a:t>
            </a:r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123">
            <a:extLst>
              <a:ext uri="{FF2B5EF4-FFF2-40B4-BE49-F238E27FC236}">
                <a16:creationId xmlns:a16="http://schemas.microsoft.com/office/drawing/2014/main" id="{C45C4F40-5E23-9660-BA23-A45E4B52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75" y="3452953"/>
            <a:ext cx="2930852" cy="1991991"/>
          </a:xfrm>
          <a:prstGeom prst="rect">
            <a:avLst/>
          </a:prstGeom>
        </p:spPr>
      </p:pic>
      <p:sp>
        <p:nvSpPr>
          <p:cNvPr id="7" name="TextBox 13">
            <a:extLst>
              <a:ext uri="{FF2B5EF4-FFF2-40B4-BE49-F238E27FC236}">
                <a16:creationId xmlns:a16="http://schemas.microsoft.com/office/drawing/2014/main" id="{8A837B13-123C-5C4C-29ED-A98504BC1B9E}"/>
              </a:ext>
            </a:extLst>
          </p:cNvPr>
          <p:cNvSpPr txBox="1"/>
          <p:nvPr/>
        </p:nvSpPr>
        <p:spPr>
          <a:xfrm>
            <a:off x="3770370" y="4285256"/>
            <a:ext cx="1415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Observed</a:t>
            </a:r>
            <a:endParaRPr lang="en-GB" sz="2000" noProof="0" dirty="0">
              <a:solidFill>
                <a:schemeClr val="accent6">
                  <a:lumMod val="40000"/>
                  <a:lumOff val="60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272F547E-5A63-88F8-5E30-683BCBC5C3FC}"/>
              </a:ext>
            </a:extLst>
          </p:cNvPr>
          <p:cNvSpPr txBox="1"/>
          <p:nvPr/>
        </p:nvSpPr>
        <p:spPr>
          <a:xfrm>
            <a:off x="1492331" y="4085201"/>
            <a:ext cx="1415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96DCF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Current</a:t>
            </a:r>
            <a:endParaRPr lang="en-GB" sz="2000" noProof="0" dirty="0">
              <a:solidFill>
                <a:srgbClr val="96DCF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4A2371B8-6D47-7F6C-5559-870CAC96E109}"/>
              </a:ext>
            </a:extLst>
          </p:cNvPr>
          <p:cNvSpPr txBox="1"/>
          <p:nvPr/>
        </p:nvSpPr>
        <p:spPr>
          <a:xfrm>
            <a:off x="811974" y="5324595"/>
            <a:ext cx="1415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2AA8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Previous</a:t>
            </a:r>
            <a:endParaRPr lang="en-GB" sz="2000" noProof="0" dirty="0">
              <a:solidFill>
                <a:srgbClr val="F2AA84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6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BB47-1812-85A1-9DB0-BDC2A78E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2049E-A0B4-B9E3-33AD-885E97D8C326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goal of modeling </a:t>
            </a:r>
            <a:r>
              <a:rPr lang="en-GB" sz="48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with</a:t>
            </a:r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A1088-5839-FE94-EBE2-EFD70C4851DE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</a:t>
            </a:r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is our question</a:t>
            </a:r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3B81A50-236F-5682-A5F3-3CAA018709FF}"/>
              </a:ext>
            </a:extLst>
          </p:cNvPr>
          <p:cNvGrpSpPr/>
          <p:nvPr/>
        </p:nvGrpSpPr>
        <p:grpSpPr>
          <a:xfrm>
            <a:off x="811974" y="3046025"/>
            <a:ext cx="4554964" cy="2742516"/>
            <a:chOff x="1745619" y="3022072"/>
            <a:chExt cx="4554964" cy="2742516"/>
          </a:xfrm>
        </p:grpSpPr>
        <p:pic>
          <p:nvPicPr>
            <p:cNvPr id="5" name="Picture 123">
              <a:extLst>
                <a:ext uri="{FF2B5EF4-FFF2-40B4-BE49-F238E27FC236}">
                  <a16:creationId xmlns:a16="http://schemas.microsoft.com/office/drawing/2014/main" id="{19928BE8-5820-9BCB-32D6-691EEE535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3520" y="3429000"/>
              <a:ext cx="2930852" cy="1991991"/>
            </a:xfrm>
            <a:prstGeom prst="rect">
              <a:avLst/>
            </a:prstGeom>
          </p:spPr>
        </p:pic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4A989DCD-03D2-1C4B-2424-A277713984A6}"/>
                </a:ext>
              </a:extLst>
            </p:cNvPr>
            <p:cNvSpPr txBox="1"/>
            <p:nvPr/>
          </p:nvSpPr>
          <p:spPr>
            <a:xfrm>
              <a:off x="4704015" y="4261303"/>
              <a:ext cx="1415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Observed</a:t>
              </a:r>
              <a:endParaRPr lang="en-GB" sz="2000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E261ACE0-912F-C742-3F04-D7D6040E4CC6}"/>
                </a:ext>
              </a:extLst>
            </p:cNvPr>
            <p:cNvSpPr txBox="1"/>
            <p:nvPr/>
          </p:nvSpPr>
          <p:spPr>
            <a:xfrm>
              <a:off x="3553710" y="5364478"/>
              <a:ext cx="1941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Simulated</a:t>
              </a:r>
              <a:endParaRPr lang="en-GB" sz="2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97ACF5ED-D6AA-2B1E-D734-9490F99BADF6}"/>
                </a:ext>
              </a:extLst>
            </p:cNvPr>
            <p:cNvSpPr txBox="1"/>
            <p:nvPr/>
          </p:nvSpPr>
          <p:spPr>
            <a:xfrm>
              <a:off x="4358950" y="3022072"/>
              <a:ext cx="1941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Simulated</a:t>
              </a:r>
              <a:endParaRPr lang="en-GB" sz="2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F5667B29-C510-6AFC-EDC7-4D1CA8752348}"/>
                </a:ext>
              </a:extLst>
            </p:cNvPr>
            <p:cNvSpPr txBox="1"/>
            <p:nvPr/>
          </p:nvSpPr>
          <p:spPr>
            <a:xfrm>
              <a:off x="1900145" y="3160503"/>
              <a:ext cx="1941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Simulated</a:t>
              </a:r>
              <a:endParaRPr lang="en-GB" sz="20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257A67FA-CABF-B424-ED84-10C28952ABC0}"/>
                </a:ext>
              </a:extLst>
            </p:cNvPr>
            <p:cNvSpPr txBox="1"/>
            <p:nvPr/>
          </p:nvSpPr>
          <p:spPr>
            <a:xfrm>
              <a:off x="2425976" y="4061248"/>
              <a:ext cx="1415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rgbClr val="96DCF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Current</a:t>
              </a:r>
              <a:endParaRPr lang="en-GB" sz="2000" noProof="0" dirty="0">
                <a:solidFill>
                  <a:srgbClr val="96DCF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3E38E05D-EA0F-E3B1-7D4D-B2569515D179}"/>
                </a:ext>
              </a:extLst>
            </p:cNvPr>
            <p:cNvSpPr txBox="1"/>
            <p:nvPr/>
          </p:nvSpPr>
          <p:spPr>
            <a:xfrm>
              <a:off x="1745619" y="5300642"/>
              <a:ext cx="1415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rgbClr val="F2AA8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Previous</a:t>
              </a:r>
              <a:endParaRPr lang="en-GB" sz="2000" noProof="0" dirty="0">
                <a:solidFill>
                  <a:srgbClr val="F2AA8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TextBox 13">
            <a:extLst>
              <a:ext uri="{FF2B5EF4-FFF2-40B4-BE49-F238E27FC236}">
                <a16:creationId xmlns:a16="http://schemas.microsoft.com/office/drawing/2014/main" id="{8217F03F-3638-3FD0-361F-07FB7A589506}"/>
              </a:ext>
            </a:extLst>
          </p:cNvPr>
          <p:cNvSpPr txBox="1"/>
          <p:nvPr/>
        </p:nvSpPr>
        <p:spPr>
          <a:xfrm>
            <a:off x="5405438" y="3848783"/>
            <a:ext cx="6481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Why was the observed step chosen </a:t>
            </a:r>
            <a:r>
              <a:rPr lang="en-GB" sz="3600" b="1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over the simulated </a:t>
            </a:r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ones?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17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7ED7F-3003-E4AD-00EB-F30E20B3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75784-EE15-B6FE-0C60-23519EC8748D}"/>
              </a:ext>
            </a:extLst>
          </p:cNvPr>
          <p:cNvSpPr txBox="1"/>
          <p:nvPr/>
        </p:nvSpPr>
        <p:spPr>
          <a:xfrm>
            <a:off x="462116" y="471943"/>
            <a:ext cx="10715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goal of modeling with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47476-B925-2922-18C2-3257FB0B8B98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are we trying to find?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C22D4829-803A-AD5C-D325-917031403740}"/>
              </a:ext>
            </a:extLst>
          </p:cNvPr>
          <p:cNvSpPr txBox="1"/>
          <p:nvPr/>
        </p:nvSpPr>
        <p:spPr>
          <a:xfrm>
            <a:off x="368709" y="5426486"/>
            <a:ext cx="11454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Which values of the movement and selection parameters </a:t>
            </a:r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maximize the chance</a:t>
            </a: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of choosing the observed step?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Imatge 31">
            <a:extLst>
              <a:ext uri="{FF2B5EF4-FFF2-40B4-BE49-F238E27FC236}">
                <a16:creationId xmlns:a16="http://schemas.microsoft.com/office/drawing/2014/main" id="{81CC21F2-7641-56FA-FB4C-6E34BEF7F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124" y="2684111"/>
            <a:ext cx="2522320" cy="2016000"/>
          </a:xfrm>
          <a:prstGeom prst="rect">
            <a:avLst/>
          </a:prstGeom>
        </p:spPr>
      </p:pic>
      <p:pic>
        <p:nvPicPr>
          <p:cNvPr id="14" name="Imatge 10">
            <a:extLst>
              <a:ext uri="{FF2B5EF4-FFF2-40B4-BE49-F238E27FC236}">
                <a16:creationId xmlns:a16="http://schemas.microsoft.com/office/drawing/2014/main" id="{9B93B5C5-137A-8CEE-1639-EE88AB117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108" y="2684111"/>
            <a:ext cx="3045783" cy="2016000"/>
          </a:xfrm>
          <a:prstGeom prst="rect">
            <a:avLst/>
          </a:prstGeom>
        </p:spPr>
      </p:pic>
      <p:pic>
        <p:nvPicPr>
          <p:cNvPr id="15" name="Imatge 11">
            <a:extLst>
              <a:ext uri="{FF2B5EF4-FFF2-40B4-BE49-F238E27FC236}">
                <a16:creationId xmlns:a16="http://schemas.microsoft.com/office/drawing/2014/main" id="{59E1EBE1-2AAE-FCCE-FCE4-D4561AC53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555" y="2362085"/>
            <a:ext cx="2932351" cy="2415637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2182886C-D4CC-5121-4973-C2B8105C2C9A}"/>
              </a:ext>
            </a:extLst>
          </p:cNvPr>
          <p:cNvSpPr txBox="1"/>
          <p:nvPr/>
        </p:nvSpPr>
        <p:spPr>
          <a:xfrm>
            <a:off x="2699779" y="4501100"/>
            <a:ext cx="655478" cy="753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l-GR" sz="32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λ</a:t>
            </a:r>
            <a:endParaRPr lang="en-GB" sz="32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1E6AB84E-B769-53D8-C7F4-37634D357FA6}"/>
              </a:ext>
            </a:extLst>
          </p:cNvPr>
          <p:cNvSpPr txBox="1"/>
          <p:nvPr/>
        </p:nvSpPr>
        <p:spPr>
          <a:xfrm>
            <a:off x="5912115" y="4501100"/>
            <a:ext cx="655478" cy="753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l-GR" sz="32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κ</a:t>
            </a:r>
            <a:endParaRPr lang="en-GB" sz="32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7596191-B0F6-CE9E-63D0-3B1CA34B3B40}"/>
              </a:ext>
            </a:extLst>
          </p:cNvPr>
          <p:cNvSpPr txBox="1"/>
          <p:nvPr/>
        </p:nvSpPr>
        <p:spPr>
          <a:xfrm>
            <a:off x="8549766" y="4501100"/>
            <a:ext cx="1383510" cy="753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32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RSS</a:t>
            </a:r>
            <a:endParaRPr lang="en-GB" sz="32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21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D364-98AB-20D8-95DF-D9B9AA99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ABC37-3A5F-9CCC-443A-FE95E1ED0520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What is an SSF?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E7C53-5024-8CFF-22FA-6D77D508C272}"/>
              </a:ext>
            </a:extLst>
          </p:cNvPr>
          <p:cNvSpPr txBox="1"/>
          <p:nvPr/>
        </p:nvSpPr>
        <p:spPr>
          <a:xfrm>
            <a:off x="737421" y="1794387"/>
            <a:ext cx="8698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SSF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Gráfico 4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61E26441-37B8-76A6-F937-33A70DF0A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497629" flipH="1">
            <a:off x="2083474" y="4443636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16" name="CuadroTexto 5">
            <a:extLst>
              <a:ext uri="{FF2B5EF4-FFF2-40B4-BE49-F238E27FC236}">
                <a16:creationId xmlns:a16="http://schemas.microsoft.com/office/drawing/2014/main" id="{20CBB794-F6DD-5070-CD55-80AF52D22E78}"/>
              </a:ext>
            </a:extLst>
          </p:cNvPr>
          <p:cNvSpPr txBox="1"/>
          <p:nvPr/>
        </p:nvSpPr>
        <p:spPr>
          <a:xfrm>
            <a:off x="1036819" y="5330306"/>
            <a:ext cx="33727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Probability</a:t>
            </a:r>
            <a:r>
              <a:rPr lang="es-ES" sz="3200" dirty="0">
                <a:solidFill>
                  <a:schemeClr val="bg1"/>
                </a:solidFill>
              </a:rPr>
              <a:t> </a:t>
            </a:r>
            <a:r>
              <a:rPr lang="es-ES" sz="3200" dirty="0" err="1">
                <a:solidFill>
                  <a:schemeClr val="bg1"/>
                </a:solidFill>
              </a:rPr>
              <a:t>of</a:t>
            </a:r>
            <a:r>
              <a:rPr lang="es-ES" sz="3200" dirty="0">
                <a:solidFill>
                  <a:schemeClr val="bg1"/>
                </a:solidFill>
              </a:rPr>
              <a:t> </a:t>
            </a:r>
            <a:r>
              <a:rPr lang="es-ES" sz="3200" dirty="0" err="1">
                <a:solidFill>
                  <a:schemeClr val="bg1"/>
                </a:solidFill>
              </a:rPr>
              <a:t>taking</a:t>
            </a:r>
            <a:r>
              <a:rPr lang="es-ES" sz="3200" dirty="0">
                <a:solidFill>
                  <a:schemeClr val="bg1"/>
                </a:solidFill>
              </a:rPr>
              <a:t> a step </a:t>
            </a:r>
          </a:p>
        </p:txBody>
      </p:sp>
      <p:pic>
        <p:nvPicPr>
          <p:cNvPr id="17" name="Gráfico 6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2CE25100-D815-8E84-8044-198E1F9C2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17304">
            <a:off x="9198680" y="2389506"/>
            <a:ext cx="751625" cy="998056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18" name="CuadroTexto 7">
            <a:extLst>
              <a:ext uri="{FF2B5EF4-FFF2-40B4-BE49-F238E27FC236}">
                <a16:creationId xmlns:a16="http://schemas.microsoft.com/office/drawing/2014/main" id="{75C04073-C450-DD07-89C3-479ED8235BC6}"/>
              </a:ext>
            </a:extLst>
          </p:cNvPr>
          <p:cNvSpPr txBox="1"/>
          <p:nvPr/>
        </p:nvSpPr>
        <p:spPr>
          <a:xfrm>
            <a:off x="4616371" y="1784951"/>
            <a:ext cx="3372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200" dirty="0" err="1">
                <a:solidFill>
                  <a:srgbClr val="FFFF7D"/>
                </a:solidFill>
              </a:rPr>
              <a:t>Movement</a:t>
            </a:r>
            <a:r>
              <a:rPr lang="es-ES" sz="3200" dirty="0">
                <a:solidFill>
                  <a:srgbClr val="FFFF7D"/>
                </a:solidFill>
              </a:rPr>
              <a:t> </a:t>
            </a:r>
            <a:r>
              <a:rPr lang="es-ES" sz="3200" dirty="0" err="1">
                <a:solidFill>
                  <a:srgbClr val="FFFF7D"/>
                </a:solidFill>
              </a:rPr>
              <a:t>kernel</a:t>
            </a:r>
            <a:endParaRPr lang="es-ES" sz="3200" dirty="0">
              <a:solidFill>
                <a:srgbClr val="FFFF7D"/>
              </a:solidFill>
            </a:endParaRPr>
          </a:p>
        </p:txBody>
      </p:sp>
      <p:pic>
        <p:nvPicPr>
          <p:cNvPr id="19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AF5D2FA2-6110-A02C-D9CE-A599C40C1E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395363" flipH="1">
            <a:off x="6471112" y="2398987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20" name="CuadroTexto 9">
            <a:extLst>
              <a:ext uri="{FF2B5EF4-FFF2-40B4-BE49-F238E27FC236}">
                <a16:creationId xmlns:a16="http://schemas.microsoft.com/office/drawing/2014/main" id="{F325F5B1-AA78-4354-A947-3334328F6DD4}"/>
              </a:ext>
            </a:extLst>
          </p:cNvPr>
          <p:cNvSpPr txBox="1"/>
          <p:nvPr/>
        </p:nvSpPr>
        <p:spPr>
          <a:xfrm>
            <a:off x="9063802" y="1794387"/>
            <a:ext cx="27812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FF9797"/>
                </a:solidFill>
              </a:rPr>
              <a:t>Selection</a:t>
            </a:r>
            <a:r>
              <a:rPr lang="es-ES" sz="3200" dirty="0">
                <a:solidFill>
                  <a:srgbClr val="FF9797"/>
                </a:solidFill>
              </a:rPr>
              <a:t> </a:t>
            </a:r>
            <a:r>
              <a:rPr lang="es-ES" sz="3200" dirty="0" err="1">
                <a:solidFill>
                  <a:srgbClr val="FF9797"/>
                </a:solidFill>
              </a:rPr>
              <a:t>kernel</a:t>
            </a:r>
            <a:endParaRPr lang="es-ES" sz="3200" dirty="0">
              <a:solidFill>
                <a:srgbClr val="FF9797"/>
              </a:solidFill>
            </a:endParaRPr>
          </a:p>
        </p:txBody>
      </p:sp>
      <p:pic>
        <p:nvPicPr>
          <p:cNvPr id="21" name="Gráfico 10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1B9F8710-F9B8-229B-1F06-069EFB9D44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641158" flipH="1">
            <a:off x="8015971" y="4792978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22" name="CuadroTexto 11">
            <a:extLst>
              <a:ext uri="{FF2B5EF4-FFF2-40B4-BE49-F238E27FC236}">
                <a16:creationId xmlns:a16="http://schemas.microsoft.com/office/drawing/2014/main" id="{44A596BC-692D-964A-6F57-CF4AED3273D0}"/>
              </a:ext>
            </a:extLst>
          </p:cNvPr>
          <p:cNvSpPr txBox="1"/>
          <p:nvPr/>
        </p:nvSpPr>
        <p:spPr>
          <a:xfrm>
            <a:off x="7399418" y="5627282"/>
            <a:ext cx="4137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96DCF8"/>
                </a:solidFill>
              </a:rPr>
              <a:t>Normalizing</a:t>
            </a:r>
            <a:r>
              <a:rPr lang="es-ES" sz="3200" dirty="0">
                <a:solidFill>
                  <a:srgbClr val="96DCF8"/>
                </a:solidFill>
              </a:rPr>
              <a:t> </a:t>
            </a:r>
            <a:r>
              <a:rPr lang="es-ES" sz="3200" dirty="0" err="1">
                <a:solidFill>
                  <a:srgbClr val="96DCF8"/>
                </a:solidFill>
              </a:rPr>
              <a:t>constant</a:t>
            </a:r>
            <a:r>
              <a:rPr lang="es-ES" sz="3200" dirty="0">
                <a:solidFill>
                  <a:srgbClr val="96DCF8"/>
                </a:solidFill>
              </a:rPr>
              <a:t> (</a:t>
            </a:r>
            <a:r>
              <a:rPr lang="es-ES" sz="3200" dirty="0" err="1">
                <a:solidFill>
                  <a:srgbClr val="96DCF8"/>
                </a:solidFill>
              </a:rPr>
              <a:t>availability</a:t>
            </a:r>
            <a:r>
              <a:rPr lang="es-ES" sz="3200" dirty="0">
                <a:solidFill>
                  <a:srgbClr val="96DCF8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12">
                <a:extLst>
                  <a:ext uri="{FF2B5EF4-FFF2-40B4-BE49-F238E27FC236}">
                    <a16:creationId xmlns:a16="http://schemas.microsoft.com/office/drawing/2014/main" id="{2033E6FB-458E-71FD-DCA2-DC7D61138753}"/>
                  </a:ext>
                </a:extLst>
              </p:cNvPr>
              <p:cNvSpPr txBox="1"/>
              <p:nvPr/>
            </p:nvSpPr>
            <p:spPr>
              <a:xfrm>
                <a:off x="1634436" y="3281025"/>
                <a:ext cx="9336659" cy="1701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4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s-ES" sz="4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ES" sz="4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s-ES" sz="4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s-ES" sz="4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ES" sz="4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480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8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s-ES" sz="480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48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sz="480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8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s-ES" sz="480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ES" sz="480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480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8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s-ES" sz="480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48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ES" sz="480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8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s-ES" sz="48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sz="48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supHide m:val="on"/>
                              <m:ctrlPr>
                                <a:rPr lang="es-ES" sz="480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s-ES" sz="4800" i="0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es-ES" sz="480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ES" sz="4800" i="1">
                                      <a:solidFill>
                                        <a:srgbClr val="96DCF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800" b="0" i="1" smtClean="0">
                                      <a:solidFill>
                                        <a:srgbClr val="96DCF8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sz="4800" i="1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s-ES" sz="4800" i="1">
                                      <a:solidFill>
                                        <a:srgbClr val="96DCF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s-ES" sz="4800" i="1">
                                          <a:solidFill>
                                            <a:srgbClr val="96DCF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s-ES" sz="4800" i="1">
                                      <a:solidFill>
                                        <a:srgbClr val="96DCF8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800" i="1">
                                      <a:solidFill>
                                        <a:srgbClr val="96DCF8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a:rPr lang="es-ES" sz="480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s-ES" sz="4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uadroTexto 12">
                <a:extLst>
                  <a:ext uri="{FF2B5EF4-FFF2-40B4-BE49-F238E27FC236}">
                    <a16:creationId xmlns:a16="http://schemas.microsoft.com/office/drawing/2014/main" id="{2033E6FB-458E-71FD-DCA2-DC7D61138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36" y="3281025"/>
                <a:ext cx="9336659" cy="17018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41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D907-ACD5-2F15-B94F-C891920D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6528F-78A7-C81E-BCD1-53D326F37FE6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ABBC-7992-92AC-F3B7-0379FF5ACF73}"/>
              </a:ext>
            </a:extLst>
          </p:cNvPr>
          <p:cNvSpPr txBox="1"/>
          <p:nvPr/>
        </p:nvSpPr>
        <p:spPr>
          <a:xfrm>
            <a:off x="737421" y="1794387"/>
            <a:ext cx="940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8A5E4DC-1722-90F5-868A-03E3B55BE0A8}"/>
                  </a:ext>
                </a:extLst>
              </p:cNvPr>
              <p:cNvSpPr txBox="1"/>
              <p:nvPr/>
            </p:nvSpPr>
            <p:spPr>
              <a:xfrm>
                <a:off x="2764671" y="3566376"/>
                <a:ext cx="6662658" cy="1701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8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κ</m:t>
                              </m:r>
                            </m:e>
                          </m:d>
                          <m:r>
                            <a:rPr lang="es-ES" sz="480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supHide m:val="on"/>
                              <m:ctrlPr>
                                <a:rPr lang="es-ES" sz="480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s-ES" sz="4800" i="0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es-ES" sz="480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ES" sz="48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a:rPr lang="es-ES" sz="4800" i="1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s-ES" sz="4800" b="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ES" sz="4800" b="0" i="1" smtClean="0">
                                  <a:solidFill>
                                    <a:srgbClr val="96DCF8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s-ES" sz="4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8A5E4DC-1722-90F5-868A-03E3B55BE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671" y="3566376"/>
                <a:ext cx="6662658" cy="1701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33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A1BAE-D72F-6BCA-28DE-8538AB4D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29B76-73A8-4435-B6EF-39CBEE2554D6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18B90-E1EC-A35D-9D74-2582E14CE3C9}"/>
              </a:ext>
            </a:extLst>
          </p:cNvPr>
          <p:cNvSpPr txBox="1"/>
          <p:nvPr/>
        </p:nvSpPr>
        <p:spPr>
          <a:xfrm>
            <a:off x="737420" y="1794387"/>
            <a:ext cx="9416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CB2B366D-45EE-0BD0-7AFF-E220F01B4C91}"/>
                  </a:ext>
                </a:extLst>
              </p:cNvPr>
              <p:cNvSpPr txBox="1"/>
              <p:nvPr/>
            </p:nvSpPr>
            <p:spPr>
              <a:xfrm>
                <a:off x="2764671" y="3566376"/>
                <a:ext cx="6521081" cy="156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8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κ</m:t>
                              </m:r>
                            </m:e>
                          </m:d>
                          <m:r>
                            <a:rPr lang="es-ES" sz="480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4800" i="1" smtClean="0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ES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s-ES" sz="4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CB2B366D-45EE-0BD0-7AFF-E220F01B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671" y="3566376"/>
                <a:ext cx="6521081" cy="1564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81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457F7-299D-FF7F-3087-11446D97A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D8018-F20A-74F7-D469-332AD05B27A1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09418-982E-39D1-0818-1F5580286D40}"/>
              </a:ext>
            </a:extLst>
          </p:cNvPr>
          <p:cNvSpPr txBox="1"/>
          <p:nvPr/>
        </p:nvSpPr>
        <p:spPr>
          <a:xfrm>
            <a:off x="737420" y="1794387"/>
            <a:ext cx="9416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C0C263B7-C2C8-6D00-07B6-8CEEFAE5F772}"/>
                  </a:ext>
                </a:extLst>
              </p:cNvPr>
              <p:cNvSpPr txBox="1"/>
              <p:nvPr/>
            </p:nvSpPr>
            <p:spPr>
              <a:xfrm>
                <a:off x="2764671" y="3566376"/>
                <a:ext cx="6521081" cy="156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8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sz="480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κ</m:t>
                              </m:r>
                            </m:e>
                          </m:d>
                          <m:r>
                            <a:rPr lang="es-ES" sz="480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s-ES" sz="480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ES" sz="48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sz="4800" i="1" smtClean="0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ES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800" i="1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s-ES" sz="4800" i="1">
                                  <a:solidFill>
                                    <a:schemeClr val="accent1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s-ES" sz="4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C0C263B7-C2C8-6D00-07B6-8CEEFAE5F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671" y="3566376"/>
                <a:ext cx="6521081" cy="1564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FF4DB89-4338-C72D-7B2E-488601366426}"/>
              </a:ext>
            </a:extLst>
          </p:cNvPr>
          <p:cNvSpPr txBox="1"/>
          <p:nvPr/>
        </p:nvSpPr>
        <p:spPr>
          <a:xfrm>
            <a:off x="2629043" y="5739726"/>
            <a:ext cx="693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Find the max!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50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2B01-A013-CDF6-FC5E-AEEEE373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10D6B6-1831-59A5-7B23-BEA3745BD12E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19A9A-FE33-54FC-4054-B9048521D7AA}"/>
              </a:ext>
            </a:extLst>
          </p:cNvPr>
          <p:cNvSpPr txBox="1"/>
          <p:nvPr/>
        </p:nvSpPr>
        <p:spPr>
          <a:xfrm>
            <a:off x="737421" y="1794387"/>
            <a:ext cx="904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4F288AE0-A338-9530-0CC2-6A374AB7FA82}"/>
                  </a:ext>
                </a:extLst>
              </p:cNvPr>
              <p:cNvSpPr txBox="1"/>
              <p:nvPr/>
            </p:nvSpPr>
            <p:spPr>
              <a:xfrm>
                <a:off x="0" y="3634985"/>
                <a:ext cx="12192000" cy="1795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E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VMises</m:t>
                              </m:r>
                              <m:d>
                                <m:dPr>
                                  <m:ctrlPr>
                                    <a:rPr lang="es-ES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sel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40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VMises</m:t>
                                  </m:r>
                                  <m:d>
                                    <m:d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sel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4F288AE0-A338-9530-0CC2-6A374AB7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34985"/>
                <a:ext cx="12192000" cy="17956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969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1187-AE39-1DB4-C8BD-B356B4A2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90B7C-C368-35B8-C444-865BCCA74C29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83D29-ABE0-5617-016B-7C2E8D66954D}"/>
              </a:ext>
            </a:extLst>
          </p:cNvPr>
          <p:cNvSpPr txBox="1"/>
          <p:nvPr/>
        </p:nvSpPr>
        <p:spPr>
          <a:xfrm>
            <a:off x="737420" y="1794387"/>
            <a:ext cx="784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B71911DE-DE3A-38FE-5E89-A76347891548}"/>
                  </a:ext>
                </a:extLst>
              </p:cNvPr>
              <p:cNvSpPr txBox="1"/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E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VMises</m:t>
                              </m:r>
                              <m:d>
                                <m:dPr>
                                  <m:ctrlPr>
                                    <a:rPr lang="es-ES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400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sel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40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VMises</m:t>
                                  </m:r>
                                  <m:d>
                                    <m:d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sel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B71911DE-DE3A-38FE-5E89-A76347891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A3F1A-E5BE-3077-B27A-1C61717AE2D8}"/>
                  </a:ext>
                </a:extLst>
              </p:cNvPr>
              <p:cNvSpPr txBox="1"/>
              <p:nvPr/>
            </p:nvSpPr>
            <p:spPr>
              <a:xfrm>
                <a:off x="462116" y="4725717"/>
                <a:ext cx="693391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N = total steps in our track</a:t>
                </a:r>
              </a:p>
              <a:p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K = simulated steps per real step</a:t>
                </a: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κ</m:t>
                    </m:r>
                  </m:oMath>
                </a14:m>
                <a:r>
                  <a:rPr lang="en-GB" sz="2800" dirty="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λ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=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parameters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of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the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movement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kernel</m:t>
                    </m:r>
                  </m:oMath>
                </a14:m>
                <a:endParaRPr lang="es-ES" sz="28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β</m:t>
                    </m:r>
                  </m:oMath>
                </a14:m>
                <a:r>
                  <a:rPr lang="en-GB" sz="2800" dirty="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= parameters of the selection kernel</a:t>
                </a:r>
                <a:endParaRPr lang="en-GB" sz="2800" dirty="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A3F1A-E5BE-3077-B27A-1C61717AE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6" y="4725717"/>
                <a:ext cx="6933914" cy="1815882"/>
              </a:xfrm>
              <a:prstGeom prst="rect">
                <a:avLst/>
              </a:prstGeom>
              <a:blipFill>
                <a:blip r:embed="rId4"/>
                <a:stretch>
                  <a:fillRect l="-1847" t="-3356" b="-83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94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4E76-5C25-DC88-9C09-03D9A10B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7F079D-2384-5A8E-C976-B459359A2E0E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5BC5C-A83A-72C8-4C3E-A4E6D7F37D9D}"/>
              </a:ext>
            </a:extLst>
          </p:cNvPr>
          <p:cNvSpPr txBox="1"/>
          <p:nvPr/>
        </p:nvSpPr>
        <p:spPr>
          <a:xfrm>
            <a:off x="737420" y="1794387"/>
            <a:ext cx="784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we need to fit an SSF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4E6E49-70E1-EB37-BF15-F3222701D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14626"/>
              </p:ext>
            </p:extLst>
          </p:nvPr>
        </p:nvGraphicFramePr>
        <p:xfrm>
          <a:off x="999240" y="2440718"/>
          <a:ext cx="1019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704">
                  <a:extLst>
                    <a:ext uri="{9D8B030D-6E8A-4147-A177-3AD203B41FA5}">
                      <a16:colId xmlns:a16="http://schemas.microsoft.com/office/drawing/2014/main" val="2081665055"/>
                    </a:ext>
                  </a:extLst>
                </a:gridCol>
                <a:gridCol w="2038704">
                  <a:extLst>
                    <a:ext uri="{9D8B030D-6E8A-4147-A177-3AD203B41FA5}">
                      <a16:colId xmlns:a16="http://schemas.microsoft.com/office/drawing/2014/main" val="3516756276"/>
                    </a:ext>
                  </a:extLst>
                </a:gridCol>
                <a:gridCol w="2038704">
                  <a:extLst>
                    <a:ext uri="{9D8B030D-6E8A-4147-A177-3AD203B41FA5}">
                      <a16:colId xmlns:a16="http://schemas.microsoft.com/office/drawing/2014/main" val="4038422104"/>
                    </a:ext>
                  </a:extLst>
                </a:gridCol>
                <a:gridCol w="2038704">
                  <a:extLst>
                    <a:ext uri="{9D8B030D-6E8A-4147-A177-3AD203B41FA5}">
                      <a16:colId xmlns:a16="http://schemas.microsoft.com/office/drawing/2014/main" val="3143541646"/>
                    </a:ext>
                  </a:extLst>
                </a:gridCol>
                <a:gridCol w="2038704">
                  <a:extLst>
                    <a:ext uri="{9D8B030D-6E8A-4147-A177-3AD203B41FA5}">
                      <a16:colId xmlns:a16="http://schemas.microsoft.com/office/drawing/2014/main" val="1891468398"/>
                    </a:ext>
                  </a:extLst>
                </a:gridCol>
              </a:tblGrid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Step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Step length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Turning</a:t>
                      </a:r>
                      <a:r>
                        <a:rPr lang="es-ES" sz="2400" dirty="0"/>
                        <a:t> angle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Case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Temperature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169352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2.3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TRUE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8.6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077528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2.5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-0.24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FALSE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7.5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870651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3.1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0.37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FALSE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2.3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2577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1.8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-1.10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TRUE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10.5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347053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2.2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1.32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FALSE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6.2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842879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1.9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0.75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FALSE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4.3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371845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3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3.0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-0.75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TRUE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9.8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24465"/>
                  </a:ext>
                </a:extLst>
              </a:tr>
              <a:tr h="436266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3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4.0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-0.96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FALSE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5.4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37014"/>
                  </a:ext>
                </a:extLst>
              </a:tr>
            </a:tbl>
          </a:graphicData>
        </a:graphic>
      </p:graphicFrame>
      <p:sp>
        <p:nvSpPr>
          <p:cNvPr id="7" name="CuadroTexto 7">
            <a:extLst>
              <a:ext uri="{FF2B5EF4-FFF2-40B4-BE49-F238E27FC236}">
                <a16:creationId xmlns:a16="http://schemas.microsoft.com/office/drawing/2014/main" id="{14DD95A0-E48A-45CE-4D8C-CF883C6E46D2}"/>
              </a:ext>
            </a:extLst>
          </p:cNvPr>
          <p:cNvSpPr txBox="1"/>
          <p:nvPr/>
        </p:nvSpPr>
        <p:spPr>
          <a:xfrm>
            <a:off x="9284110" y="594058"/>
            <a:ext cx="2870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chemeClr val="bg1">
                    <a:lumMod val="95000"/>
                  </a:schemeClr>
                </a:solidFill>
              </a:rPr>
              <a:t>Or any other covariate that is selected</a:t>
            </a:r>
            <a:endParaRPr lang="es-E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68B5C8BA-8A80-80D1-8B2B-642D4BF13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95363" flipH="1">
            <a:off x="10964123" y="1612993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635977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2BC06-86D9-861F-BD2A-B968A3B5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95DF0-83AC-E44A-3FD9-68219E4EEFB5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1D70A-7FAB-833E-DC3D-9F9F8D674826}"/>
              </a:ext>
            </a:extLst>
          </p:cNvPr>
          <p:cNvSpPr txBox="1"/>
          <p:nvPr/>
        </p:nvSpPr>
        <p:spPr>
          <a:xfrm>
            <a:off x="737420" y="1794387"/>
            <a:ext cx="784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we have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4515F8-57BC-C046-9339-1E70FC86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82748"/>
              </p:ext>
            </p:extLst>
          </p:nvPr>
        </p:nvGraphicFramePr>
        <p:xfrm>
          <a:off x="4392616" y="1794387"/>
          <a:ext cx="3661524" cy="4830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508">
                  <a:extLst>
                    <a:ext uri="{9D8B030D-6E8A-4147-A177-3AD203B41FA5}">
                      <a16:colId xmlns:a16="http://schemas.microsoft.com/office/drawing/2014/main" val="3516756276"/>
                    </a:ext>
                  </a:extLst>
                </a:gridCol>
                <a:gridCol w="1220508">
                  <a:extLst>
                    <a:ext uri="{9D8B030D-6E8A-4147-A177-3AD203B41FA5}">
                      <a16:colId xmlns:a16="http://schemas.microsoft.com/office/drawing/2014/main" val="4038422104"/>
                    </a:ext>
                  </a:extLst>
                </a:gridCol>
                <a:gridCol w="1220508">
                  <a:extLst>
                    <a:ext uri="{9D8B030D-6E8A-4147-A177-3AD203B41FA5}">
                      <a16:colId xmlns:a16="http://schemas.microsoft.com/office/drawing/2014/main" val="3547933328"/>
                    </a:ext>
                  </a:extLst>
                </a:gridCol>
              </a:tblGrid>
              <a:tr h="682683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x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y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Time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169352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1.23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42.14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00:00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077528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1.23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42.15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00:05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870651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1.26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42.12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00:10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2577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1.27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/>
                        <a:t>42.11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00:15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347053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1.27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/>
                        <a:t>42.11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00:20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842879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1.28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/>
                        <a:t>42.12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00:25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371845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1.29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42.10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00:30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24465"/>
                  </a:ext>
                </a:extLst>
              </a:tr>
              <a:tr h="518441">
                <a:tc>
                  <a:txBody>
                    <a:bodyPr/>
                    <a:lstStyle/>
                    <a:p>
                      <a:pPr algn="ctr"/>
                      <a:r>
                        <a:rPr lang="es-ES" sz="2400"/>
                        <a:t>1.22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/>
                        <a:t>42.20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/>
                        <a:t>00:35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37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762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1707-6E0C-BD02-6A83-6ED0A75C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6E822-151A-6AD0-9409-9D5D13E667BA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59F1F-CD63-145B-700D-C62C0D97AA01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86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F67F-63CF-C4EE-1F71-64AFD93F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C3148-8A51-9884-E1EC-391B8FD31A85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A4375-DC60-2EEC-CDF6-376F1352B578}"/>
              </a:ext>
            </a:extLst>
          </p:cNvPr>
          <p:cNvSpPr txBox="1"/>
          <p:nvPr/>
        </p:nvSpPr>
        <p:spPr>
          <a:xfrm>
            <a:off x="737421" y="1794387"/>
            <a:ext cx="109647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B8269365-473C-6493-1A37-BD4CA78C9224}"/>
              </a:ext>
            </a:extLst>
          </p:cNvPr>
          <p:cNvGrpSpPr/>
          <p:nvPr/>
        </p:nvGrpSpPr>
        <p:grpSpPr>
          <a:xfrm>
            <a:off x="7096119" y="1794387"/>
            <a:ext cx="4186414" cy="4080301"/>
            <a:chOff x="7050037" y="2000009"/>
            <a:chExt cx="4186414" cy="4080301"/>
          </a:xfrm>
        </p:grpSpPr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87D69522-660E-7DF3-DF25-F6A9DA537948}"/>
                </a:ext>
              </a:extLst>
            </p:cNvPr>
            <p:cNvGrpSpPr/>
            <p:nvPr/>
          </p:nvGrpSpPr>
          <p:grpSpPr>
            <a:xfrm>
              <a:off x="7217676" y="2000009"/>
              <a:ext cx="4018775" cy="4080301"/>
              <a:chOff x="7194750" y="1840001"/>
              <a:chExt cx="4018775" cy="4080301"/>
            </a:xfrm>
          </p:grpSpPr>
          <p:cxnSp>
            <p:nvCxnSpPr>
              <p:cNvPr id="4" name="Straight Connector 117">
                <a:extLst>
                  <a:ext uri="{FF2B5EF4-FFF2-40B4-BE49-F238E27FC236}">
                    <a16:creationId xmlns:a16="http://schemas.microsoft.com/office/drawing/2014/main" id="{03935923-4830-C046-E7FF-9DE746BB105D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H="1" flipV="1">
                <a:off x="11013238" y="1967656"/>
                <a:ext cx="53340" cy="2457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7">
                <a:extLst>
                  <a:ext uri="{FF2B5EF4-FFF2-40B4-BE49-F238E27FC236}">
                    <a16:creationId xmlns:a16="http://schemas.microsoft.com/office/drawing/2014/main" id="{FD0AC618-1A0E-E49A-33DF-0296FCCCE6CA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H="1">
                <a:off x="10740944" y="1851249"/>
                <a:ext cx="126672" cy="2895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8">
                <a:extLst>
                  <a:ext uri="{FF2B5EF4-FFF2-40B4-BE49-F238E27FC236}">
                    <a16:creationId xmlns:a16="http://schemas.microsoft.com/office/drawing/2014/main" id="{3FA04810-520C-EDB7-2843-2DFBAD6BFCDA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643103" y="1925360"/>
                <a:ext cx="121920" cy="800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9">
                <a:extLst>
                  <a:ext uri="{FF2B5EF4-FFF2-40B4-BE49-F238E27FC236}">
                    <a16:creationId xmlns:a16="http://schemas.microsoft.com/office/drawing/2014/main" id="{6F7ABC79-658B-DA16-CDD2-B0A0507C9A49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590793" y="2072514"/>
                <a:ext cx="177165" cy="666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10">
                <a:extLst>
                  <a:ext uri="{FF2B5EF4-FFF2-40B4-BE49-F238E27FC236}">
                    <a16:creationId xmlns:a16="http://schemas.microsoft.com/office/drawing/2014/main" id="{E605CA73-6E0F-0E48-95B9-C3783457A1D2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431866" y="2249388"/>
                <a:ext cx="253365" cy="7239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11">
                <a:extLst>
                  <a:ext uri="{FF2B5EF4-FFF2-40B4-BE49-F238E27FC236}">
                    <a16:creationId xmlns:a16="http://schemas.microsoft.com/office/drawing/2014/main" id="{B9938801-FD1F-DF78-16AE-575D5AA39F0D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515310" y="2367533"/>
                <a:ext cx="274320" cy="4133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12">
                <a:extLst>
                  <a:ext uri="{FF2B5EF4-FFF2-40B4-BE49-F238E27FC236}">
                    <a16:creationId xmlns:a16="http://schemas.microsoft.com/office/drawing/2014/main" id="{EAED5A59-647C-357E-F205-854E26FFAC3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837719" y="2746340"/>
                <a:ext cx="253037" cy="3632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3">
                <a:extLst>
                  <a:ext uri="{FF2B5EF4-FFF2-40B4-BE49-F238E27FC236}">
                    <a16:creationId xmlns:a16="http://schemas.microsoft.com/office/drawing/2014/main" id="{1436BE2B-0F0B-B6EA-4909-92F8A4F1CF20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861129" y="2918519"/>
                <a:ext cx="86688" cy="3803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4">
                <a:extLst>
                  <a:ext uri="{FF2B5EF4-FFF2-40B4-BE49-F238E27FC236}">
                    <a16:creationId xmlns:a16="http://schemas.microsoft.com/office/drawing/2014/main" id="{933A2B55-4821-C36A-2E50-F51155443A8F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544501" y="3029183"/>
                <a:ext cx="123825" cy="19812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5">
                <a:extLst>
                  <a:ext uri="{FF2B5EF4-FFF2-40B4-BE49-F238E27FC236}">
                    <a16:creationId xmlns:a16="http://schemas.microsoft.com/office/drawing/2014/main" id="{74F5A725-5511-CDB0-65ED-7E8C2A9F8A3B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308051" y="3302074"/>
                <a:ext cx="321945" cy="381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6">
                <a:extLst>
                  <a:ext uri="{FF2B5EF4-FFF2-40B4-BE49-F238E27FC236}">
                    <a16:creationId xmlns:a16="http://schemas.microsoft.com/office/drawing/2014/main" id="{BBEAB401-448B-435E-588B-60D8F3385578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329671" y="3568580"/>
                <a:ext cx="306705" cy="15811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7">
                <a:extLst>
                  <a:ext uri="{FF2B5EF4-FFF2-40B4-BE49-F238E27FC236}">
                    <a16:creationId xmlns:a16="http://schemas.microsoft.com/office/drawing/2014/main" id="{88BE8110-ADD1-CA32-A659-4391D079EA5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437104" y="3881444"/>
                <a:ext cx="177165" cy="590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8">
                <a:extLst>
                  <a:ext uri="{FF2B5EF4-FFF2-40B4-BE49-F238E27FC236}">
                    <a16:creationId xmlns:a16="http://schemas.microsoft.com/office/drawing/2014/main" id="{D00DD0D9-9529-6E5B-62E1-4A8BFC54855F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331624" y="3996306"/>
                <a:ext cx="201602" cy="1663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9">
                <a:extLst>
                  <a:ext uri="{FF2B5EF4-FFF2-40B4-BE49-F238E27FC236}">
                    <a16:creationId xmlns:a16="http://schemas.microsoft.com/office/drawing/2014/main" id="{4848B212-4974-29C1-2362-4E6392454E00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128374" y="4214001"/>
                <a:ext cx="263218" cy="1009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20">
                <a:extLst>
                  <a:ext uri="{FF2B5EF4-FFF2-40B4-BE49-F238E27FC236}">
                    <a16:creationId xmlns:a16="http://schemas.microsoft.com/office/drawing/2014/main" id="{9D38AE4C-4D22-C88D-14A2-F99587DA0593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896008" y="4616456"/>
                <a:ext cx="275283" cy="1733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21">
                <a:extLst>
                  <a:ext uri="{FF2B5EF4-FFF2-40B4-BE49-F238E27FC236}">
                    <a16:creationId xmlns:a16="http://schemas.microsoft.com/office/drawing/2014/main" id="{52E15E53-DBE4-7EF1-72C1-18D0093090A5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975204" y="4389354"/>
                <a:ext cx="216207" cy="1409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22">
                <a:extLst>
                  <a:ext uri="{FF2B5EF4-FFF2-40B4-BE49-F238E27FC236}">
                    <a16:creationId xmlns:a16="http://schemas.microsoft.com/office/drawing/2014/main" id="{171D005F-7300-5D38-6702-79D76AA45888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999641" y="4918899"/>
                <a:ext cx="198120" cy="1047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3">
                <a:extLst>
                  <a:ext uri="{FF2B5EF4-FFF2-40B4-BE49-F238E27FC236}">
                    <a16:creationId xmlns:a16="http://schemas.microsoft.com/office/drawing/2014/main" id="{396AC632-417E-BE66-E1FB-CAAB46941180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995957" y="5181322"/>
                <a:ext cx="241935" cy="55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4">
                <a:extLst>
                  <a:ext uri="{FF2B5EF4-FFF2-40B4-BE49-F238E27FC236}">
                    <a16:creationId xmlns:a16="http://schemas.microsoft.com/office/drawing/2014/main" id="{BA502D75-5873-3E26-50B9-24842C32F6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7823" y="5216893"/>
                <a:ext cx="2863958" cy="11231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5">
                <a:extLst>
                  <a:ext uri="{FF2B5EF4-FFF2-40B4-BE49-F238E27FC236}">
                    <a16:creationId xmlns:a16="http://schemas.microsoft.com/office/drawing/2014/main" id="{FC9A23D8-9A4F-9B99-D421-8C2E2A34E7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57448" y="5226518"/>
                <a:ext cx="2858704" cy="29838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6">
                <a:extLst>
                  <a:ext uri="{FF2B5EF4-FFF2-40B4-BE49-F238E27FC236}">
                    <a16:creationId xmlns:a16="http://schemas.microsoft.com/office/drawing/2014/main" id="{71AF14AD-CAF0-997D-528B-B18B75B0ABD6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899800" y="5557870"/>
                <a:ext cx="234315" cy="1504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7">
                <a:extLst>
                  <a:ext uri="{FF2B5EF4-FFF2-40B4-BE49-F238E27FC236}">
                    <a16:creationId xmlns:a16="http://schemas.microsoft.com/office/drawing/2014/main" id="{BE94A20F-79A3-6157-0C79-89DB90C5BE8C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708720" y="5705694"/>
                <a:ext cx="201930" cy="1676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Elipse 13">
                <a:extLst>
                  <a:ext uri="{FF2B5EF4-FFF2-40B4-BE49-F238E27FC236}">
                    <a16:creationId xmlns:a16="http://schemas.microsoft.com/office/drawing/2014/main" id="{2C5F7DCF-2721-96BB-1FBF-D95FEFD8DFA5}"/>
                  </a:ext>
                </a:extLst>
              </p:cNvPr>
              <p:cNvSpPr/>
              <p:nvPr/>
            </p:nvSpPr>
            <p:spPr>
              <a:xfrm rot="17142934">
                <a:off x="9647997" y="581230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7" name="Elipse 13">
                <a:extLst>
                  <a:ext uri="{FF2B5EF4-FFF2-40B4-BE49-F238E27FC236}">
                    <a16:creationId xmlns:a16="http://schemas.microsoft.com/office/drawing/2014/main" id="{76BE31ED-855A-9833-04E0-CFB339DA1AB4}"/>
                  </a:ext>
                </a:extLst>
              </p:cNvPr>
              <p:cNvSpPr/>
              <p:nvPr/>
            </p:nvSpPr>
            <p:spPr>
              <a:xfrm rot="17142934">
                <a:off x="9857442" y="566604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8" name="Elipse 13">
                <a:extLst>
                  <a:ext uri="{FF2B5EF4-FFF2-40B4-BE49-F238E27FC236}">
                    <a16:creationId xmlns:a16="http://schemas.microsoft.com/office/drawing/2014/main" id="{28B7F38F-DE93-1360-5B40-EC53DE51A8C7}"/>
                  </a:ext>
                </a:extLst>
              </p:cNvPr>
              <p:cNvSpPr/>
              <p:nvPr/>
            </p:nvSpPr>
            <p:spPr>
              <a:xfrm rot="17142934">
                <a:off x="10056970" y="549708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9" name="Elipse 13">
                <a:extLst>
                  <a:ext uri="{FF2B5EF4-FFF2-40B4-BE49-F238E27FC236}">
                    <a16:creationId xmlns:a16="http://schemas.microsoft.com/office/drawing/2014/main" id="{BBFB4267-785C-FBA9-CBCA-F1262B1E523A}"/>
                  </a:ext>
                </a:extLst>
              </p:cNvPr>
              <p:cNvSpPr/>
              <p:nvPr/>
            </p:nvSpPr>
            <p:spPr>
              <a:xfrm rot="17142934">
                <a:off x="7194750" y="518097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0" name="Elipse 13">
                <a:extLst>
                  <a:ext uri="{FF2B5EF4-FFF2-40B4-BE49-F238E27FC236}">
                    <a16:creationId xmlns:a16="http://schemas.microsoft.com/office/drawing/2014/main" id="{B10C1178-0430-F4CC-23CA-2EB667769154}"/>
                  </a:ext>
                </a:extLst>
              </p:cNvPr>
              <p:cNvSpPr/>
              <p:nvPr/>
            </p:nvSpPr>
            <p:spPr>
              <a:xfrm rot="17142934">
                <a:off x="10058328" y="528657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1" name="Elipse 13">
                <a:extLst>
                  <a:ext uri="{FF2B5EF4-FFF2-40B4-BE49-F238E27FC236}">
                    <a16:creationId xmlns:a16="http://schemas.microsoft.com/office/drawing/2014/main" id="{7B1511E6-9A03-4C8E-65DA-BF62CF6AAA7E}"/>
                  </a:ext>
                </a:extLst>
              </p:cNvPr>
              <p:cNvSpPr/>
              <p:nvPr/>
            </p:nvSpPr>
            <p:spPr>
              <a:xfrm rot="17142934">
                <a:off x="10073412" y="503360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2" name="Elipse 13">
                <a:extLst>
                  <a:ext uri="{FF2B5EF4-FFF2-40B4-BE49-F238E27FC236}">
                    <a16:creationId xmlns:a16="http://schemas.microsoft.com/office/drawing/2014/main" id="{F1A961D0-359F-02E7-24CD-82A3D36ED418}"/>
                  </a:ext>
                </a:extLst>
              </p:cNvPr>
              <p:cNvSpPr/>
              <p:nvPr/>
            </p:nvSpPr>
            <p:spPr>
              <a:xfrm rot="17142934">
                <a:off x="10024045" y="481060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3" name="Elipse 13">
                <a:extLst>
                  <a:ext uri="{FF2B5EF4-FFF2-40B4-BE49-F238E27FC236}">
                    <a16:creationId xmlns:a16="http://schemas.microsoft.com/office/drawing/2014/main" id="{DDB8E63B-DBB9-4DFE-3B83-9A467AFC7E58}"/>
                  </a:ext>
                </a:extLst>
              </p:cNvPr>
              <p:cNvSpPr/>
              <p:nvPr/>
            </p:nvSpPr>
            <p:spPr>
              <a:xfrm rot="17142934">
                <a:off x="9932390" y="449707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4" name="Elipse 13">
                <a:extLst>
                  <a:ext uri="{FF2B5EF4-FFF2-40B4-BE49-F238E27FC236}">
                    <a16:creationId xmlns:a16="http://schemas.microsoft.com/office/drawing/2014/main" id="{AD003892-8EB4-9A25-C5B7-4F1CB369C912}"/>
                  </a:ext>
                </a:extLst>
              </p:cNvPr>
              <p:cNvSpPr/>
              <p:nvPr/>
            </p:nvSpPr>
            <p:spPr>
              <a:xfrm rot="17142934">
                <a:off x="10121543" y="432662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5" name="Elipse 13">
                <a:extLst>
                  <a:ext uri="{FF2B5EF4-FFF2-40B4-BE49-F238E27FC236}">
                    <a16:creationId xmlns:a16="http://schemas.microsoft.com/office/drawing/2014/main" id="{DF0C1715-8743-F5B1-B8A0-8877D0F978D6}"/>
                  </a:ext>
                </a:extLst>
              </p:cNvPr>
              <p:cNvSpPr/>
              <p:nvPr/>
            </p:nvSpPr>
            <p:spPr>
              <a:xfrm rot="17142934">
                <a:off x="10283875" y="410267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6" name="Elipse 13">
                <a:extLst>
                  <a:ext uri="{FF2B5EF4-FFF2-40B4-BE49-F238E27FC236}">
                    <a16:creationId xmlns:a16="http://schemas.microsoft.com/office/drawing/2014/main" id="{2C50F6B8-3810-9E16-8695-007B8C201B5E}"/>
                  </a:ext>
                </a:extLst>
              </p:cNvPr>
              <p:cNvSpPr/>
              <p:nvPr/>
            </p:nvSpPr>
            <p:spPr>
              <a:xfrm rot="17142934">
                <a:off x="10474887" y="3953204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7" name="Elipse 13">
                <a:extLst>
                  <a:ext uri="{FF2B5EF4-FFF2-40B4-BE49-F238E27FC236}">
                    <a16:creationId xmlns:a16="http://schemas.microsoft.com/office/drawing/2014/main" id="{3112D01F-3496-E5FF-E5F4-A842DAD7D5F6}"/>
                  </a:ext>
                </a:extLst>
              </p:cNvPr>
              <p:cNvSpPr/>
              <p:nvPr/>
            </p:nvSpPr>
            <p:spPr>
              <a:xfrm rot="17142934">
                <a:off x="10462983" y="376407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8" name="Elipse 13">
                <a:extLst>
                  <a:ext uri="{FF2B5EF4-FFF2-40B4-BE49-F238E27FC236}">
                    <a16:creationId xmlns:a16="http://schemas.microsoft.com/office/drawing/2014/main" id="{7716C316-1E47-4CAE-4B41-B77FAD453DCD}"/>
                  </a:ext>
                </a:extLst>
              </p:cNvPr>
              <p:cNvSpPr/>
              <p:nvPr/>
            </p:nvSpPr>
            <p:spPr>
              <a:xfrm rot="17142934">
                <a:off x="10391252" y="3428966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Elipse 13">
                <a:extLst>
                  <a:ext uri="{FF2B5EF4-FFF2-40B4-BE49-F238E27FC236}">
                    <a16:creationId xmlns:a16="http://schemas.microsoft.com/office/drawing/2014/main" id="{AD506426-CE27-3503-A999-D406A650D6A2}"/>
                  </a:ext>
                </a:extLst>
              </p:cNvPr>
              <p:cNvSpPr/>
              <p:nvPr/>
            </p:nvSpPr>
            <p:spPr>
              <a:xfrm rot="17142934">
                <a:off x="10438371" y="310636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" name="Elipse 13">
                <a:extLst>
                  <a:ext uri="{FF2B5EF4-FFF2-40B4-BE49-F238E27FC236}">
                    <a16:creationId xmlns:a16="http://schemas.microsoft.com/office/drawing/2014/main" id="{D2E7AEB6-F902-4706-29A9-6DA28DA274DC}"/>
                  </a:ext>
                </a:extLst>
              </p:cNvPr>
              <p:cNvSpPr/>
              <p:nvPr/>
            </p:nvSpPr>
            <p:spPr>
              <a:xfrm rot="17142934">
                <a:off x="10652859" y="304422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1" name="Elipse 13">
                <a:extLst>
                  <a:ext uri="{FF2B5EF4-FFF2-40B4-BE49-F238E27FC236}">
                    <a16:creationId xmlns:a16="http://schemas.microsoft.com/office/drawing/2014/main" id="{6CD083FC-02AE-E7AC-8AB0-F3F5DBBD6D43}"/>
                  </a:ext>
                </a:extLst>
              </p:cNvPr>
              <p:cNvSpPr/>
              <p:nvPr/>
            </p:nvSpPr>
            <p:spPr>
              <a:xfrm rot="17142934">
                <a:off x="10436044" y="2343829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2" name="Elipse 13">
                <a:extLst>
                  <a:ext uri="{FF2B5EF4-FFF2-40B4-BE49-F238E27FC236}">
                    <a16:creationId xmlns:a16="http://schemas.microsoft.com/office/drawing/2014/main" id="{C6690AEF-7B39-C25F-72FF-B59F6F3C2D96}"/>
                  </a:ext>
                </a:extLst>
              </p:cNvPr>
              <p:cNvSpPr/>
              <p:nvPr/>
            </p:nvSpPr>
            <p:spPr>
              <a:xfrm rot="17142934">
                <a:off x="10569305" y="2126974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13">
                <a:extLst>
                  <a:ext uri="{FF2B5EF4-FFF2-40B4-BE49-F238E27FC236}">
                    <a16:creationId xmlns:a16="http://schemas.microsoft.com/office/drawing/2014/main" id="{DC807CCB-2E00-8240-5D16-B655E23E8FF6}"/>
                  </a:ext>
                </a:extLst>
              </p:cNvPr>
              <p:cNvSpPr/>
              <p:nvPr/>
            </p:nvSpPr>
            <p:spPr>
              <a:xfrm rot="17142934">
                <a:off x="11045080" y="306647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4" name="Elipse 13">
                <a:extLst>
                  <a:ext uri="{FF2B5EF4-FFF2-40B4-BE49-F238E27FC236}">
                    <a16:creationId xmlns:a16="http://schemas.microsoft.com/office/drawing/2014/main" id="{939077D3-3B50-EA7C-F29B-DFB1AE0F2550}"/>
                  </a:ext>
                </a:extLst>
              </p:cNvPr>
              <p:cNvSpPr/>
              <p:nvPr/>
            </p:nvSpPr>
            <p:spPr>
              <a:xfrm rot="17142934">
                <a:off x="10758966" y="270589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5" name="Elipse 13">
                <a:extLst>
                  <a:ext uri="{FF2B5EF4-FFF2-40B4-BE49-F238E27FC236}">
                    <a16:creationId xmlns:a16="http://schemas.microsoft.com/office/drawing/2014/main" id="{DD8BE42E-3F1F-3411-55A9-70E63BABCEA2}"/>
                  </a:ext>
                </a:extLst>
              </p:cNvPr>
              <p:cNvSpPr/>
              <p:nvPr/>
            </p:nvSpPr>
            <p:spPr>
              <a:xfrm rot="17142934">
                <a:off x="10674775" y="197826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6" name="Elipse 13">
                <a:extLst>
                  <a:ext uri="{FF2B5EF4-FFF2-40B4-BE49-F238E27FC236}">
                    <a16:creationId xmlns:a16="http://schemas.microsoft.com/office/drawing/2014/main" id="{EA2B5F37-C184-2731-B9C9-282546FED9C4}"/>
                  </a:ext>
                </a:extLst>
              </p:cNvPr>
              <p:cNvSpPr/>
              <p:nvPr/>
            </p:nvSpPr>
            <p:spPr>
              <a:xfrm rot="17142934">
                <a:off x="10623941" y="184000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7" name="Elipse 13">
                <a:extLst>
                  <a:ext uri="{FF2B5EF4-FFF2-40B4-BE49-F238E27FC236}">
                    <a16:creationId xmlns:a16="http://schemas.microsoft.com/office/drawing/2014/main" id="{17637212-1832-58F9-CA51-A62804294A67}"/>
                  </a:ext>
                </a:extLst>
              </p:cNvPr>
              <p:cNvSpPr/>
              <p:nvPr/>
            </p:nvSpPr>
            <p:spPr>
              <a:xfrm rot="17142934">
                <a:off x="10860971" y="203533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8" name="Elipse 13">
                <a:extLst>
                  <a:ext uri="{FF2B5EF4-FFF2-40B4-BE49-F238E27FC236}">
                    <a16:creationId xmlns:a16="http://schemas.microsoft.com/office/drawing/2014/main" id="{ADAF4C1F-2FAF-213D-0908-EB2E4EC95070}"/>
                  </a:ext>
                </a:extLst>
              </p:cNvPr>
              <p:cNvSpPr/>
              <p:nvPr/>
            </p:nvSpPr>
            <p:spPr>
              <a:xfrm rot="17142934">
                <a:off x="11105525" y="2048046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531A6583-ED48-C8AB-834C-01E037C46343}"/>
                </a:ext>
              </a:extLst>
            </p:cNvPr>
            <p:cNvSpPr/>
            <p:nvPr/>
          </p:nvSpPr>
          <p:spPr>
            <a:xfrm>
              <a:off x="7050037" y="5170163"/>
              <a:ext cx="431800" cy="43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68" name="Imagen 67">
            <a:extLst>
              <a:ext uri="{FF2B5EF4-FFF2-40B4-BE49-F238E27FC236}">
                <a16:creationId xmlns:a16="http://schemas.microsoft.com/office/drawing/2014/main" id="{1183D636-16DC-2B9D-7A37-0D7FE336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01" y="3191590"/>
            <a:ext cx="5409461" cy="327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95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A9D9-0628-CB90-9941-683D3104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48FC1-CC4E-89CA-EEFC-1F21D14E00A4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14F64-C805-424E-D026-7A5CDD09233C}"/>
              </a:ext>
            </a:extLst>
          </p:cNvPr>
          <p:cNvSpPr txBox="1"/>
          <p:nvPr/>
        </p:nvSpPr>
        <p:spPr>
          <a:xfrm>
            <a:off x="737421" y="1794387"/>
            <a:ext cx="10964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Choose how to model movement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69" name="Picture 19">
            <a:extLst>
              <a:ext uri="{FF2B5EF4-FFF2-40B4-BE49-F238E27FC236}">
                <a16:creationId xmlns:a16="http://schemas.microsoft.com/office/drawing/2014/main" id="{A8D57074-6B2C-D55D-AE6A-567D84F2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79" y="4295500"/>
            <a:ext cx="3206072" cy="2562500"/>
          </a:xfrm>
          <a:prstGeom prst="rect">
            <a:avLst/>
          </a:prstGeom>
        </p:spPr>
      </p:pic>
      <p:pic>
        <p:nvPicPr>
          <p:cNvPr id="70" name="Picture 28">
            <a:extLst>
              <a:ext uri="{FF2B5EF4-FFF2-40B4-BE49-F238E27FC236}">
                <a16:creationId xmlns:a16="http://schemas.microsoft.com/office/drawing/2014/main" id="{EEC2854C-031E-ECDE-A9F3-888D2B0C1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07" y="4295500"/>
            <a:ext cx="3206072" cy="2562500"/>
          </a:xfrm>
          <a:prstGeom prst="rect">
            <a:avLst/>
          </a:prstGeom>
        </p:spPr>
      </p:pic>
      <p:pic>
        <p:nvPicPr>
          <p:cNvPr id="71" name="Picture 3">
            <a:extLst>
              <a:ext uri="{FF2B5EF4-FFF2-40B4-BE49-F238E27FC236}">
                <a16:creationId xmlns:a16="http://schemas.microsoft.com/office/drawing/2014/main" id="{7333DEEB-FC9C-FE60-2FE1-35859F001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738" y="4295500"/>
            <a:ext cx="3210985" cy="25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08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AFAF-4F8F-4C96-66FB-4FC8D995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E740F-84DC-256E-A46F-786DF4A1A43E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334B5-89C4-A2C7-06E8-B3EE17C58362}"/>
              </a:ext>
            </a:extLst>
          </p:cNvPr>
          <p:cNvSpPr txBox="1"/>
          <p:nvPr/>
        </p:nvSpPr>
        <p:spPr>
          <a:xfrm>
            <a:off x="737421" y="1794387"/>
            <a:ext cx="10964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Choose how to model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Generate random steps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2BF992C9-24C4-D069-20FE-7BE3BC34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06" y="4656709"/>
            <a:ext cx="3384601" cy="2114817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118CAF14-6F84-C350-B3CE-00AC4C25E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140183">
            <a:off x="6142330" y="2811971"/>
            <a:ext cx="6443372" cy="1540897"/>
          </a:xfrm>
          <a:prstGeom prst="rect">
            <a:avLst/>
          </a:prstGeom>
        </p:spPr>
      </p:pic>
      <p:cxnSp>
        <p:nvCxnSpPr>
          <p:cNvPr id="59" name="Straight Connector 83">
            <a:extLst>
              <a:ext uri="{FF2B5EF4-FFF2-40B4-BE49-F238E27FC236}">
                <a16:creationId xmlns:a16="http://schemas.microsoft.com/office/drawing/2014/main" id="{9FC4D02C-805A-34F6-4C37-5A2258508866}"/>
              </a:ext>
            </a:extLst>
          </p:cNvPr>
          <p:cNvCxnSpPr>
            <a:cxnSpLocks/>
          </p:cNvCxnSpPr>
          <p:nvPr/>
        </p:nvCxnSpPr>
        <p:spPr>
          <a:xfrm>
            <a:off x="8675014" y="5841337"/>
            <a:ext cx="962454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83">
            <a:extLst>
              <a:ext uri="{FF2B5EF4-FFF2-40B4-BE49-F238E27FC236}">
                <a16:creationId xmlns:a16="http://schemas.microsoft.com/office/drawing/2014/main" id="{E40633E8-D9AC-36C3-F2BC-F3C89D7C8ED5}"/>
              </a:ext>
            </a:extLst>
          </p:cNvPr>
          <p:cNvCxnSpPr>
            <a:cxnSpLocks/>
          </p:cNvCxnSpPr>
          <p:nvPr/>
        </p:nvCxnSpPr>
        <p:spPr>
          <a:xfrm>
            <a:off x="8675014" y="6360118"/>
            <a:ext cx="962454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Elipse 13">
            <a:extLst>
              <a:ext uri="{FF2B5EF4-FFF2-40B4-BE49-F238E27FC236}">
                <a16:creationId xmlns:a16="http://schemas.microsoft.com/office/drawing/2014/main" id="{87CC296C-7168-6FEF-C69E-58855121DBD8}"/>
              </a:ext>
            </a:extLst>
          </p:cNvPr>
          <p:cNvSpPr/>
          <p:nvPr/>
        </p:nvSpPr>
        <p:spPr>
          <a:xfrm>
            <a:off x="9516507" y="573094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A8627850-3DCA-4953-42AA-FD65E7E3DAC8}"/>
              </a:ext>
            </a:extLst>
          </p:cNvPr>
          <p:cNvSpPr txBox="1"/>
          <p:nvPr/>
        </p:nvSpPr>
        <p:spPr>
          <a:xfrm>
            <a:off x="9872287" y="5582137"/>
            <a:ext cx="2428708" cy="46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Simulated steps</a:t>
            </a:r>
            <a:endParaRPr lang="en-GB" sz="24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66" name="Elipse 13">
            <a:extLst>
              <a:ext uri="{FF2B5EF4-FFF2-40B4-BE49-F238E27FC236}">
                <a16:creationId xmlns:a16="http://schemas.microsoft.com/office/drawing/2014/main" id="{4791B3D6-01ED-6E63-57DD-F1386A8328DA}"/>
              </a:ext>
            </a:extLst>
          </p:cNvPr>
          <p:cNvSpPr/>
          <p:nvPr/>
        </p:nvSpPr>
        <p:spPr>
          <a:xfrm>
            <a:off x="9453275" y="6161717"/>
            <a:ext cx="360000" cy="360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extBox 13">
            <a:extLst>
              <a:ext uri="{FF2B5EF4-FFF2-40B4-BE49-F238E27FC236}">
                <a16:creationId xmlns:a16="http://schemas.microsoft.com/office/drawing/2014/main" id="{B1CA41CC-3BF7-2544-F4C9-1F06976CB2B1}"/>
              </a:ext>
            </a:extLst>
          </p:cNvPr>
          <p:cNvSpPr txBox="1"/>
          <p:nvPr/>
        </p:nvSpPr>
        <p:spPr>
          <a:xfrm>
            <a:off x="9872287" y="6132752"/>
            <a:ext cx="2428708" cy="46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Observed steps</a:t>
            </a:r>
            <a:endParaRPr lang="en-GB" sz="24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509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D94A-CDE7-3860-447B-061D7FF9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153E3F-E815-EEF2-FD23-322778C2BE50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E003-0CBF-1E1A-FE27-75860B99DB45}"/>
              </a:ext>
            </a:extLst>
          </p:cNvPr>
          <p:cNvSpPr txBox="1"/>
          <p:nvPr/>
        </p:nvSpPr>
        <p:spPr>
          <a:xfrm>
            <a:off x="737421" y="1794387"/>
            <a:ext cx="109647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Choose how to model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noProof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Generate random steps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 the model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n 4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89CA9D7B-0E27-90DB-6AB9-24B91C570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99" y="5210707"/>
            <a:ext cx="8696202" cy="112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29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479F-D2F0-429C-2499-931007F8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2DECB-64BF-7429-7F03-551666FD71E7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04E81-FDB2-57F9-E498-7AA496009A0E}"/>
              </a:ext>
            </a:extLst>
          </p:cNvPr>
          <p:cNvSpPr txBox="1"/>
          <p:nvPr/>
        </p:nvSpPr>
        <p:spPr>
          <a:xfrm>
            <a:off x="737421" y="1794387"/>
            <a:ext cx="109647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Choose how to model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noProof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Generate random steps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 the model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Interpret model </a:t>
            </a: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outputs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3EB00E-FC5B-6C57-9E43-D51149E1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382" y="1566338"/>
            <a:ext cx="3590855" cy="24325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3DE552B-D30F-1A67-BD70-ECE64804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382" y="3998853"/>
            <a:ext cx="3188484" cy="26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75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034D2-DBF7-E699-579E-154639A7D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88FE9-6E20-1535-5465-81EDEFC9D2E4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The SSF modeling process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19633-7B71-4348-A4A2-D107D2D33007}"/>
              </a:ext>
            </a:extLst>
          </p:cNvPr>
          <p:cNvSpPr txBox="1"/>
          <p:nvPr/>
        </p:nvSpPr>
        <p:spPr>
          <a:xfrm>
            <a:off x="737421" y="1794387"/>
            <a:ext cx="109647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steps when working with SSFs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Cleaning and visualizing data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Choose how to model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Generate random steps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 the model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Interpret model </a:t>
            </a: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outputs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035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4DD3-2C01-33CB-4ECB-F79B2404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38E514-21F6-6282-3D01-E7E069A42DDC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09968-7FBF-F652-02B7-22288ADFC027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kind of movement data can we use for SSF?</a:t>
            </a:r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B4CD7A-B5EE-0CC5-9C90-E53434A9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15" t="20313" r="29112" b="2215"/>
          <a:stretch>
            <a:fillRect/>
          </a:stretch>
        </p:blipFill>
        <p:spPr>
          <a:xfrm>
            <a:off x="1233542" y="2578868"/>
            <a:ext cx="3807187" cy="3807187"/>
          </a:xfrm>
          <a:custGeom>
            <a:avLst/>
            <a:gdLst>
              <a:gd name="csX0" fmla="*/ 2520000 w 5040000"/>
              <a:gd name="csY0" fmla="*/ 0 h 5040000"/>
              <a:gd name="csX1" fmla="*/ 5040000 w 5040000"/>
              <a:gd name="csY1" fmla="*/ 2520000 h 5040000"/>
              <a:gd name="csX2" fmla="*/ 2520000 w 5040000"/>
              <a:gd name="csY2" fmla="*/ 5040000 h 5040000"/>
              <a:gd name="csX3" fmla="*/ 0 w 5040000"/>
              <a:gd name="csY3" fmla="*/ 2520000 h 5040000"/>
              <a:gd name="csX4" fmla="*/ 2520000 w 5040000"/>
              <a:gd name="csY4" fmla="*/ 0 h 50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0000" h="5040000">
                <a:moveTo>
                  <a:pt x="2520000" y="0"/>
                </a:moveTo>
                <a:cubicBezTo>
                  <a:pt x="3911758" y="0"/>
                  <a:pt x="5040000" y="1128242"/>
                  <a:pt x="5040000" y="2520000"/>
                </a:cubicBezTo>
                <a:cubicBezTo>
                  <a:pt x="5040000" y="3911758"/>
                  <a:pt x="3911758" y="5040000"/>
                  <a:pt x="2520000" y="5040000"/>
                </a:cubicBezTo>
                <a:cubicBezTo>
                  <a:pt x="1128242" y="5040000"/>
                  <a:pt x="0" y="3911758"/>
                  <a:pt x="0" y="2520000"/>
                </a:cubicBezTo>
                <a:cubicBezTo>
                  <a:pt x="0" y="1128242"/>
                  <a:pt x="1128242" y="0"/>
                  <a:pt x="2520000" y="0"/>
                </a:cubicBezTo>
                <a:close/>
              </a:path>
            </a:pathLst>
          </a:custGeom>
        </p:spPr>
      </p:pic>
      <p:sp>
        <p:nvSpPr>
          <p:cNvPr id="8" name="TextBox 113">
            <a:extLst>
              <a:ext uri="{FF2B5EF4-FFF2-40B4-BE49-F238E27FC236}">
                <a16:creationId xmlns:a16="http://schemas.microsoft.com/office/drawing/2014/main" id="{491B44B7-AD31-4D2B-7408-32F6557F2203}"/>
              </a:ext>
            </a:extLst>
          </p:cNvPr>
          <p:cNvSpPr txBox="1"/>
          <p:nvPr/>
        </p:nvSpPr>
        <p:spPr>
          <a:xfrm>
            <a:off x="5431157" y="3882298"/>
            <a:ext cx="6156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We typically use </a:t>
            </a:r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GPS</a:t>
            </a:r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, </a:t>
            </a: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Argos or other satellite data for SSFs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15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5186-74AB-91AE-9123-E8C9CEC0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5C86D7-1076-4B2B-C356-414CC733C5E3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8835F-C12D-34EC-2252-A8B9CFFA2874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kind of environmental data can we use for SSF?</a:t>
            </a:r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113">
            <a:extLst>
              <a:ext uri="{FF2B5EF4-FFF2-40B4-BE49-F238E27FC236}">
                <a16:creationId xmlns:a16="http://schemas.microsoft.com/office/drawing/2014/main" id="{7BCBCAF4-EAEE-8E7F-4D6B-8EAD8B89BA66}"/>
              </a:ext>
            </a:extLst>
          </p:cNvPr>
          <p:cNvSpPr txBox="1"/>
          <p:nvPr/>
        </p:nvSpPr>
        <p:spPr>
          <a:xfrm>
            <a:off x="3017657" y="3882298"/>
            <a:ext cx="615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Anything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28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809D-D64A-017D-6645-AAA41326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35A087-5B8E-B35B-0285-55333DEF9B60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B7DA9-C1E4-CAFB-7B7C-A51BB1695D5B}"/>
              </a:ext>
            </a:extLst>
          </p:cNvPr>
          <p:cNvSpPr txBox="1"/>
          <p:nvPr/>
        </p:nvSpPr>
        <p:spPr>
          <a:xfrm>
            <a:off x="4134260" y="3429000"/>
            <a:ext cx="39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 time!</a:t>
            </a:r>
          </a:p>
        </p:txBody>
      </p:sp>
    </p:spTree>
    <p:extLst>
      <p:ext uri="{BB962C8B-B14F-4D97-AF65-F5344CB8AC3E}">
        <p14:creationId xmlns:p14="http://schemas.microsoft.com/office/powerpoint/2010/main" val="310082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16D0-CD0C-9BAF-F192-0F705447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152F8-1BA1-8F91-803F-5A7812EC5C6A}"/>
              </a:ext>
            </a:extLst>
          </p:cNvPr>
          <p:cNvSpPr txBox="1"/>
          <p:nvPr/>
        </p:nvSpPr>
        <p:spPr>
          <a:xfrm>
            <a:off x="842278" y="2324795"/>
            <a:ext cx="10812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https://github.com/NicoOrdax/SSF_Seminar</a:t>
            </a:r>
            <a:endParaRPr lang="en-GB" sz="36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5AC4C-4895-EDE4-E821-89D7B26161D0}"/>
              </a:ext>
            </a:extLst>
          </p:cNvPr>
          <p:cNvSpPr txBox="1"/>
          <p:nvPr/>
        </p:nvSpPr>
        <p:spPr>
          <a:xfrm>
            <a:off x="930274" y="4210039"/>
            <a:ext cx="10636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Download or clone/fork the repository to your laptops</a:t>
            </a:r>
            <a:endParaRPr lang="en-GB" sz="2800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20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7F3E-311E-D1FF-C7D5-7FEDC865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49B69-1318-41E6-7942-A592E6BC042F}"/>
              </a:ext>
            </a:extLst>
          </p:cNvPr>
          <p:cNvSpPr txBox="1"/>
          <p:nvPr/>
        </p:nvSpPr>
        <p:spPr>
          <a:xfrm>
            <a:off x="4175945" y="342900"/>
            <a:ext cx="39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 time!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FDC7E-8758-F2B8-60B2-098B931C36AC}"/>
              </a:ext>
            </a:extLst>
          </p:cNvPr>
          <p:cNvSpPr txBox="1"/>
          <p:nvPr/>
        </p:nvSpPr>
        <p:spPr>
          <a:xfrm>
            <a:off x="1902234" y="1132252"/>
            <a:ext cx="4781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SSF_Workshop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32B7A-60D8-00FE-5921-0E568D0DEE14}"/>
              </a:ext>
            </a:extLst>
          </p:cNvPr>
          <p:cNvSpPr txBox="1"/>
          <p:nvPr/>
        </p:nvSpPr>
        <p:spPr>
          <a:xfrm>
            <a:off x="2731319" y="3223551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Documentation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0B86C-FAA6-ECAF-69D1-29C8E8A4359F}"/>
              </a:ext>
            </a:extLst>
          </p:cNvPr>
          <p:cNvSpPr txBox="1"/>
          <p:nvPr/>
        </p:nvSpPr>
        <p:spPr>
          <a:xfrm>
            <a:off x="3660774" y="4621919"/>
            <a:ext cx="4837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Coding_Practical.qmd</a:t>
            </a:r>
          </a:p>
        </p:txBody>
      </p:sp>
      <p:pic>
        <p:nvPicPr>
          <p:cNvPr id="11" name="Graphic 10" descr="Open folder with solid fill">
            <a:extLst>
              <a:ext uri="{FF2B5EF4-FFF2-40B4-BE49-F238E27FC236}">
                <a16:creationId xmlns:a16="http://schemas.microsoft.com/office/drawing/2014/main" id="{CF1BF28B-01A7-6D5F-2F97-3295B9865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6134" y="1132252"/>
            <a:ext cx="646331" cy="6463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CCF568-0926-0923-6FD5-8AA2E333F98E}"/>
              </a:ext>
            </a:extLst>
          </p:cNvPr>
          <p:cNvSpPr txBox="1"/>
          <p:nvPr/>
        </p:nvSpPr>
        <p:spPr>
          <a:xfrm>
            <a:off x="2731319" y="2526514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Slides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45A89-F50C-2E9A-8703-14F539C3BC63}"/>
              </a:ext>
            </a:extLst>
          </p:cNvPr>
          <p:cNvSpPr txBox="1"/>
          <p:nvPr/>
        </p:nvSpPr>
        <p:spPr>
          <a:xfrm>
            <a:off x="2731319" y="3920587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Scripts</a:t>
            </a:r>
          </a:p>
        </p:txBody>
      </p:sp>
      <p:pic>
        <p:nvPicPr>
          <p:cNvPr id="14" name="Graphic 13" descr="Open folder with solid fill">
            <a:extLst>
              <a:ext uri="{FF2B5EF4-FFF2-40B4-BE49-F238E27FC236}">
                <a16:creationId xmlns:a16="http://schemas.microsoft.com/office/drawing/2014/main" id="{56F0F3F2-B908-E246-A78D-833B56AF0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5104" y="2540487"/>
            <a:ext cx="646331" cy="646331"/>
          </a:xfrm>
          <a:prstGeom prst="rect">
            <a:avLst/>
          </a:prstGeom>
        </p:spPr>
      </p:pic>
      <p:pic>
        <p:nvPicPr>
          <p:cNvPr id="15" name="Graphic 14" descr="Open folder with solid fill">
            <a:extLst>
              <a:ext uri="{FF2B5EF4-FFF2-40B4-BE49-F238E27FC236}">
                <a16:creationId xmlns:a16="http://schemas.microsoft.com/office/drawing/2014/main" id="{F3A41138-702C-BD37-8187-AAB63E44B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5104" y="3248903"/>
            <a:ext cx="646331" cy="646331"/>
          </a:xfrm>
          <a:prstGeom prst="rect">
            <a:avLst/>
          </a:prstGeom>
        </p:spPr>
      </p:pic>
      <p:pic>
        <p:nvPicPr>
          <p:cNvPr id="16" name="Graphic 15" descr="Open folder with solid fill">
            <a:extLst>
              <a:ext uri="{FF2B5EF4-FFF2-40B4-BE49-F238E27FC236}">
                <a16:creationId xmlns:a16="http://schemas.microsoft.com/office/drawing/2014/main" id="{C5220EBB-D606-EF6B-3300-6AC42066A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5103" y="3931967"/>
            <a:ext cx="646331" cy="646331"/>
          </a:xfrm>
          <a:prstGeom prst="rect">
            <a:avLst/>
          </a:prstGeom>
        </p:spPr>
      </p:pic>
      <p:pic>
        <p:nvPicPr>
          <p:cNvPr id="18" name="Graphic 17" descr="Document with solid fill">
            <a:extLst>
              <a:ext uri="{FF2B5EF4-FFF2-40B4-BE49-F238E27FC236}">
                <a16:creationId xmlns:a16="http://schemas.microsoft.com/office/drawing/2014/main" id="{2CB0A311-A779-D921-2920-617A4F31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6453" y="4592271"/>
            <a:ext cx="646331" cy="646331"/>
          </a:xfrm>
          <a:prstGeom prst="rect">
            <a:avLst/>
          </a:prstGeom>
        </p:spPr>
      </p:pic>
      <p:pic>
        <p:nvPicPr>
          <p:cNvPr id="19" name="Graphic 18" descr="Open folder with solid fill">
            <a:extLst>
              <a:ext uri="{FF2B5EF4-FFF2-40B4-BE49-F238E27FC236}">
                <a16:creationId xmlns:a16="http://schemas.microsoft.com/office/drawing/2014/main" id="{49AE776A-062F-109C-7898-0784766E2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5103" y="6036603"/>
            <a:ext cx="646331" cy="6463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CEF79F-CDCA-B1EA-7709-A589DF210FBC}"/>
              </a:ext>
            </a:extLst>
          </p:cNvPr>
          <p:cNvSpPr txBox="1"/>
          <p:nvPr/>
        </p:nvSpPr>
        <p:spPr>
          <a:xfrm>
            <a:off x="2679426" y="1836394"/>
            <a:ext cx="443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SSF_Workshop.rproj</a:t>
            </a:r>
          </a:p>
        </p:txBody>
      </p:sp>
      <p:pic>
        <p:nvPicPr>
          <p:cNvPr id="21" name="Graphic 20" descr="Document with solid fill">
            <a:extLst>
              <a:ext uri="{FF2B5EF4-FFF2-40B4-BE49-F238E27FC236}">
                <a16:creationId xmlns:a16="http://schemas.microsoft.com/office/drawing/2014/main" id="{A875343B-9E6E-29FF-28C5-D95A216AB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4099" y="1836394"/>
            <a:ext cx="646331" cy="6463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2135E7-CF02-3465-9040-3E5F27831215}"/>
              </a:ext>
            </a:extLst>
          </p:cNvPr>
          <p:cNvSpPr txBox="1"/>
          <p:nvPr/>
        </p:nvSpPr>
        <p:spPr>
          <a:xfrm>
            <a:off x="2778875" y="6074413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3FE15B-54B2-8814-6C25-4CDBAC4A2A0F}"/>
              </a:ext>
            </a:extLst>
          </p:cNvPr>
          <p:cNvCxnSpPr>
            <a:cxnSpLocks/>
          </p:cNvCxnSpPr>
          <p:nvPr/>
        </p:nvCxnSpPr>
        <p:spPr>
          <a:xfrm flipH="1">
            <a:off x="6988585" y="2217418"/>
            <a:ext cx="1415639" cy="0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18F257-ACB5-7804-5F45-6012CFF6F528}"/>
              </a:ext>
            </a:extLst>
          </p:cNvPr>
          <p:cNvCxnSpPr>
            <a:cxnSpLocks/>
          </p:cNvCxnSpPr>
          <p:nvPr/>
        </p:nvCxnSpPr>
        <p:spPr>
          <a:xfrm flipH="1">
            <a:off x="8330435" y="4960618"/>
            <a:ext cx="1415639" cy="0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34FCEB5-FA27-3503-99F4-124C37BE62DF}"/>
              </a:ext>
            </a:extLst>
          </p:cNvPr>
          <p:cNvSpPr txBox="1"/>
          <p:nvPr/>
        </p:nvSpPr>
        <p:spPr>
          <a:xfrm>
            <a:off x="8497970" y="1894252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Open 1st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2E1092-E04E-B824-738E-393C0ED926AC}"/>
              </a:ext>
            </a:extLst>
          </p:cNvPr>
          <p:cNvSpPr txBox="1"/>
          <p:nvPr/>
        </p:nvSpPr>
        <p:spPr>
          <a:xfrm>
            <a:off x="9828624" y="4621919"/>
            <a:ext cx="372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Open 2nd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28048A-32D2-FF31-8155-84DF84667530}"/>
              </a:ext>
            </a:extLst>
          </p:cNvPr>
          <p:cNvSpPr txBox="1"/>
          <p:nvPr/>
        </p:nvSpPr>
        <p:spPr>
          <a:xfrm>
            <a:off x="3660775" y="5365364"/>
            <a:ext cx="68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Coding_Practical_Answers.qmd</a:t>
            </a:r>
          </a:p>
        </p:txBody>
      </p:sp>
      <p:pic>
        <p:nvPicPr>
          <p:cNvPr id="30" name="Graphic 29" descr="Document with solid fill">
            <a:extLst>
              <a:ext uri="{FF2B5EF4-FFF2-40B4-BE49-F238E27FC236}">
                <a16:creationId xmlns:a16="http://schemas.microsoft.com/office/drawing/2014/main" id="{AEF795E7-EAEA-031A-A9D1-E7587C4C3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6453" y="5340012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01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634A-03A3-2E0E-C838-B6DCF410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6A2358-0CCA-F844-7CA6-F6C736F41BDC}"/>
              </a:ext>
            </a:extLst>
          </p:cNvPr>
          <p:cNvSpPr txBox="1"/>
          <p:nvPr/>
        </p:nvSpPr>
        <p:spPr>
          <a:xfrm>
            <a:off x="4175945" y="342900"/>
            <a:ext cx="39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 time!</a:t>
            </a:r>
          </a:p>
        </p:txBody>
      </p:sp>
      <p:pic>
        <p:nvPicPr>
          <p:cNvPr id="3" name="Graphic 2" descr="Laptop with solid fill">
            <a:extLst>
              <a:ext uri="{FF2B5EF4-FFF2-40B4-BE49-F238E27FC236}">
                <a16:creationId xmlns:a16="http://schemas.microsoft.com/office/drawing/2014/main" id="{7C4BE1F1-5228-5A70-64B4-4FEE55C60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2678" y="2127913"/>
            <a:ext cx="914400" cy="914400"/>
          </a:xfrm>
          <a:prstGeom prst="rect">
            <a:avLst/>
          </a:prstGeom>
        </p:spPr>
      </p:pic>
      <p:pic>
        <p:nvPicPr>
          <p:cNvPr id="9" name="Graphic 8" descr="Person with idea with solid fill">
            <a:extLst>
              <a:ext uri="{FF2B5EF4-FFF2-40B4-BE49-F238E27FC236}">
                <a16:creationId xmlns:a16="http://schemas.microsoft.com/office/drawing/2014/main" id="{31190329-D024-1CD9-2CF4-3A200FBAA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1987311" y="2482669"/>
            <a:ext cx="605367" cy="916088"/>
          </a:xfrm>
          <a:prstGeom prst="rect">
            <a:avLst/>
          </a:prstGeom>
        </p:spPr>
      </p:pic>
      <p:pic>
        <p:nvPicPr>
          <p:cNvPr id="10" name="Graphic 9" descr="Person with idea with solid fill">
            <a:extLst>
              <a:ext uri="{FF2B5EF4-FFF2-40B4-BE49-F238E27FC236}">
                <a16:creationId xmlns:a16="http://schemas.microsoft.com/office/drawing/2014/main" id="{9CFD622D-35BC-20D7-E075-A49544307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3570578" y="2482669"/>
            <a:ext cx="605367" cy="916088"/>
          </a:xfrm>
          <a:prstGeom prst="rect">
            <a:avLst/>
          </a:prstGeom>
        </p:spPr>
      </p:pic>
      <p:pic>
        <p:nvPicPr>
          <p:cNvPr id="17" name="Graphic 16" descr="Laptop with solid fill">
            <a:extLst>
              <a:ext uri="{FF2B5EF4-FFF2-40B4-BE49-F238E27FC236}">
                <a16:creationId xmlns:a16="http://schemas.microsoft.com/office/drawing/2014/main" id="{3544F3EB-899D-2D5B-4008-B73E6D947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7659" y="4915263"/>
            <a:ext cx="914400" cy="914400"/>
          </a:xfrm>
          <a:prstGeom prst="rect">
            <a:avLst/>
          </a:prstGeom>
        </p:spPr>
      </p:pic>
      <p:pic>
        <p:nvPicPr>
          <p:cNvPr id="23" name="Graphic 22" descr="Person with idea with solid fill">
            <a:extLst>
              <a:ext uri="{FF2B5EF4-FFF2-40B4-BE49-F238E27FC236}">
                <a16:creationId xmlns:a16="http://schemas.microsoft.com/office/drawing/2014/main" id="{B8B15667-7242-0F28-F74E-3AA28A0EC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2432292" y="5270019"/>
            <a:ext cx="605367" cy="916088"/>
          </a:xfrm>
          <a:prstGeom prst="rect">
            <a:avLst/>
          </a:prstGeom>
        </p:spPr>
      </p:pic>
      <p:pic>
        <p:nvPicPr>
          <p:cNvPr id="25" name="Graphic 24" descr="Person with idea with solid fill">
            <a:extLst>
              <a:ext uri="{FF2B5EF4-FFF2-40B4-BE49-F238E27FC236}">
                <a16:creationId xmlns:a16="http://schemas.microsoft.com/office/drawing/2014/main" id="{961D6AD7-974D-8FF0-6FE3-B94CA3758C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4015559" y="5270019"/>
            <a:ext cx="605367" cy="916088"/>
          </a:xfrm>
          <a:prstGeom prst="rect">
            <a:avLst/>
          </a:prstGeom>
        </p:spPr>
      </p:pic>
      <p:pic>
        <p:nvPicPr>
          <p:cNvPr id="29" name="Graphic 28" descr="Laptop with solid fill">
            <a:extLst>
              <a:ext uri="{FF2B5EF4-FFF2-40B4-BE49-F238E27FC236}">
                <a16:creationId xmlns:a16="http://schemas.microsoft.com/office/drawing/2014/main" id="{F77F7614-0D95-393A-03C9-52E5928D3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9996" y="2026313"/>
            <a:ext cx="914400" cy="914400"/>
          </a:xfrm>
          <a:prstGeom prst="rect">
            <a:avLst/>
          </a:prstGeom>
        </p:spPr>
      </p:pic>
      <p:pic>
        <p:nvPicPr>
          <p:cNvPr id="30" name="Graphic 29" descr="Person with idea with solid fill">
            <a:extLst>
              <a:ext uri="{FF2B5EF4-FFF2-40B4-BE49-F238E27FC236}">
                <a16:creationId xmlns:a16="http://schemas.microsoft.com/office/drawing/2014/main" id="{B7EED541-51B6-D13B-BDF8-91FD0086D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8624629" y="2381069"/>
            <a:ext cx="605367" cy="916088"/>
          </a:xfrm>
          <a:prstGeom prst="rect">
            <a:avLst/>
          </a:prstGeom>
        </p:spPr>
      </p:pic>
      <p:pic>
        <p:nvPicPr>
          <p:cNvPr id="31" name="Graphic 30" descr="Person with idea with solid fill">
            <a:extLst>
              <a:ext uri="{FF2B5EF4-FFF2-40B4-BE49-F238E27FC236}">
                <a16:creationId xmlns:a16="http://schemas.microsoft.com/office/drawing/2014/main" id="{430B6CFF-2124-196A-484D-9D4D16E79C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10207896" y="2381069"/>
            <a:ext cx="605367" cy="916088"/>
          </a:xfrm>
          <a:prstGeom prst="rect">
            <a:avLst/>
          </a:prstGeom>
        </p:spPr>
      </p:pic>
      <p:pic>
        <p:nvPicPr>
          <p:cNvPr id="32" name="Graphic 31" descr="Laptop with solid fill">
            <a:extLst>
              <a:ext uri="{FF2B5EF4-FFF2-40B4-BE49-F238E27FC236}">
                <a16:creationId xmlns:a16="http://schemas.microsoft.com/office/drawing/2014/main" id="{DBD6244E-04FC-2587-DA79-74BE0D482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3757" y="4560507"/>
            <a:ext cx="914400" cy="914400"/>
          </a:xfrm>
          <a:prstGeom prst="rect">
            <a:avLst/>
          </a:prstGeom>
        </p:spPr>
      </p:pic>
      <p:pic>
        <p:nvPicPr>
          <p:cNvPr id="33" name="Graphic 32" descr="Person with idea with solid fill">
            <a:extLst>
              <a:ext uri="{FF2B5EF4-FFF2-40B4-BE49-F238E27FC236}">
                <a16:creationId xmlns:a16="http://schemas.microsoft.com/office/drawing/2014/main" id="{1E1C97D0-ED35-F80D-967B-7DA807915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7268390" y="4915263"/>
            <a:ext cx="605367" cy="916088"/>
          </a:xfrm>
          <a:prstGeom prst="rect">
            <a:avLst/>
          </a:prstGeom>
        </p:spPr>
      </p:pic>
      <p:pic>
        <p:nvPicPr>
          <p:cNvPr id="34" name="Graphic 33" descr="Person with idea with solid fill">
            <a:extLst>
              <a:ext uri="{FF2B5EF4-FFF2-40B4-BE49-F238E27FC236}">
                <a16:creationId xmlns:a16="http://schemas.microsoft.com/office/drawing/2014/main" id="{B56EBC18-E442-CE7F-E237-D36C3717A5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370" t="52082" r="53472" b="8334"/>
          <a:stretch>
            <a:fillRect/>
          </a:stretch>
        </p:blipFill>
        <p:spPr>
          <a:xfrm>
            <a:off x="8851657" y="4915263"/>
            <a:ext cx="605367" cy="9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76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48E5-6230-2913-79D9-A8C77C69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563B6-A6E2-FC81-809F-62F6BF9A1172}"/>
              </a:ext>
            </a:extLst>
          </p:cNvPr>
          <p:cNvSpPr txBox="1"/>
          <p:nvPr/>
        </p:nvSpPr>
        <p:spPr>
          <a:xfrm>
            <a:off x="4175945" y="342900"/>
            <a:ext cx="39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15855D-CBF4-E974-10D6-1BAB5D9C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3195"/>
            <a:ext cx="12192000" cy="3351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DBC920-F8FF-2330-46AA-078D7289E515}"/>
              </a:ext>
            </a:extLst>
          </p:cNvPr>
          <p:cNvSpPr txBox="1"/>
          <p:nvPr/>
        </p:nvSpPr>
        <p:spPr>
          <a:xfrm>
            <a:off x="3104357" y="5545602"/>
            <a:ext cx="5983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(simulated)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5267C-21E5-B52C-471F-2F9D50B802E2}"/>
              </a:ext>
            </a:extLst>
          </p:cNvPr>
          <p:cNvSpPr txBox="1"/>
          <p:nvPr/>
        </p:nvSpPr>
        <p:spPr>
          <a:xfrm>
            <a:off x="10219260" y="5111755"/>
            <a:ext cx="22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Photo: Yves Bas</a:t>
            </a:r>
          </a:p>
        </p:txBody>
      </p:sp>
    </p:spTree>
    <p:extLst>
      <p:ext uri="{BB962C8B-B14F-4D97-AF65-F5344CB8AC3E}">
        <p14:creationId xmlns:p14="http://schemas.microsoft.com/office/powerpoint/2010/main" val="2675442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14869-F3BC-8CF1-FC18-4D9A4CB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D17BB7-A082-E3F9-C289-D5F5CC00AA12}"/>
              </a:ext>
            </a:extLst>
          </p:cNvPr>
          <p:cNvSpPr txBox="1"/>
          <p:nvPr/>
        </p:nvSpPr>
        <p:spPr>
          <a:xfrm>
            <a:off x="4175945" y="342900"/>
            <a:ext cx="39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Coding time!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0E3C0-660A-8123-4991-9822AFED9748}"/>
              </a:ext>
            </a:extLst>
          </p:cNvPr>
          <p:cNvSpPr txBox="1"/>
          <p:nvPr/>
        </p:nvSpPr>
        <p:spPr>
          <a:xfrm>
            <a:off x="3104357" y="5545602"/>
            <a:ext cx="5983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Using Quarto</a:t>
            </a:r>
          </a:p>
        </p:txBody>
      </p:sp>
    </p:spTree>
    <p:extLst>
      <p:ext uri="{BB962C8B-B14F-4D97-AF65-F5344CB8AC3E}">
        <p14:creationId xmlns:p14="http://schemas.microsoft.com/office/powerpoint/2010/main" val="1725039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2945D-F442-0CF0-5CE1-0C3ABE0B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129CF-4BF4-6FD0-52CA-289C23511937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19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CB2A-0860-5BDE-FDC7-B3B2A213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7646C-F70D-47B2-51CA-0A0D40F6EA71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57788-06A1-5305-B654-3C4F128C1CBF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requirements for the data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DF221CED-F11B-E30E-70E5-D56D3087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77" y="3164687"/>
            <a:ext cx="7962066" cy="1633870"/>
          </a:xfrm>
          <a:prstGeom prst="rect">
            <a:avLst/>
          </a:prstGeom>
        </p:spPr>
      </p:pic>
      <p:sp>
        <p:nvSpPr>
          <p:cNvPr id="11" name="TextBox 113">
            <a:extLst>
              <a:ext uri="{FF2B5EF4-FFF2-40B4-BE49-F238E27FC236}">
                <a16:creationId xmlns:a16="http://schemas.microsoft.com/office/drawing/2014/main" id="{56029A9C-61F1-EC6E-C5C2-63273E80DE96}"/>
              </a:ext>
            </a:extLst>
          </p:cNvPr>
          <p:cNvSpPr txBox="1"/>
          <p:nvPr/>
        </p:nvSpPr>
        <p:spPr>
          <a:xfrm rot="304715">
            <a:off x="2609780" y="3447475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3h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3">
            <a:extLst>
              <a:ext uri="{FF2B5EF4-FFF2-40B4-BE49-F238E27FC236}">
                <a16:creationId xmlns:a16="http://schemas.microsoft.com/office/drawing/2014/main" id="{698E7E47-2FAF-73D0-D7A2-52A4077599C1}"/>
              </a:ext>
            </a:extLst>
          </p:cNvPr>
          <p:cNvSpPr txBox="1"/>
          <p:nvPr/>
        </p:nvSpPr>
        <p:spPr>
          <a:xfrm rot="20426765">
            <a:off x="3638481" y="3367254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1h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13">
            <a:extLst>
              <a:ext uri="{FF2B5EF4-FFF2-40B4-BE49-F238E27FC236}">
                <a16:creationId xmlns:a16="http://schemas.microsoft.com/office/drawing/2014/main" id="{090E23AF-7B53-7F17-D1A3-D8F4ED2D85E4}"/>
              </a:ext>
            </a:extLst>
          </p:cNvPr>
          <p:cNvSpPr txBox="1"/>
          <p:nvPr/>
        </p:nvSpPr>
        <p:spPr>
          <a:xfrm rot="311088">
            <a:off x="6397154" y="3562233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7h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13">
            <a:extLst>
              <a:ext uri="{FF2B5EF4-FFF2-40B4-BE49-F238E27FC236}">
                <a16:creationId xmlns:a16="http://schemas.microsoft.com/office/drawing/2014/main" id="{F5B653ED-5A7E-C04A-E199-8569E5139014}"/>
              </a:ext>
            </a:extLst>
          </p:cNvPr>
          <p:cNvSpPr txBox="1"/>
          <p:nvPr/>
        </p:nvSpPr>
        <p:spPr>
          <a:xfrm rot="3592518">
            <a:off x="6893212" y="3884807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1h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13">
            <a:extLst>
              <a:ext uri="{FF2B5EF4-FFF2-40B4-BE49-F238E27FC236}">
                <a16:creationId xmlns:a16="http://schemas.microsoft.com/office/drawing/2014/main" id="{EB845C3F-1B4E-9B7C-B1E9-D4A00AE6EA15}"/>
              </a:ext>
            </a:extLst>
          </p:cNvPr>
          <p:cNvSpPr txBox="1"/>
          <p:nvPr/>
        </p:nvSpPr>
        <p:spPr>
          <a:xfrm rot="351736">
            <a:off x="8223950" y="3884806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4h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13">
            <a:extLst>
              <a:ext uri="{FF2B5EF4-FFF2-40B4-BE49-F238E27FC236}">
                <a16:creationId xmlns:a16="http://schemas.microsoft.com/office/drawing/2014/main" id="{60263AA6-3686-FA93-34F8-BF37D2DC6458}"/>
              </a:ext>
            </a:extLst>
          </p:cNvPr>
          <p:cNvSpPr txBox="1"/>
          <p:nvPr/>
        </p:nvSpPr>
        <p:spPr>
          <a:xfrm rot="17784694">
            <a:off x="8719717" y="3359613"/>
            <a:ext cx="101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20h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13">
            <a:extLst>
              <a:ext uri="{FF2B5EF4-FFF2-40B4-BE49-F238E27FC236}">
                <a16:creationId xmlns:a16="http://schemas.microsoft.com/office/drawing/2014/main" id="{EA8C4F54-EE57-1C31-05A3-6AF9647B98FC}"/>
              </a:ext>
            </a:extLst>
          </p:cNvPr>
          <p:cNvSpPr txBox="1"/>
          <p:nvPr/>
        </p:nvSpPr>
        <p:spPr>
          <a:xfrm rot="17545633">
            <a:off x="5298952" y="3367252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2h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13">
            <a:extLst>
              <a:ext uri="{FF2B5EF4-FFF2-40B4-BE49-F238E27FC236}">
                <a16:creationId xmlns:a16="http://schemas.microsoft.com/office/drawing/2014/main" id="{640E9F29-9A45-B935-C97C-FA2DBBA85117}"/>
              </a:ext>
            </a:extLst>
          </p:cNvPr>
          <p:cNvSpPr txBox="1"/>
          <p:nvPr/>
        </p:nvSpPr>
        <p:spPr>
          <a:xfrm rot="1052944">
            <a:off x="4562976" y="4093852"/>
            <a:ext cx="885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10h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13">
            <a:extLst>
              <a:ext uri="{FF2B5EF4-FFF2-40B4-BE49-F238E27FC236}">
                <a16:creationId xmlns:a16="http://schemas.microsoft.com/office/drawing/2014/main" id="{867A447D-5118-6A07-2F5F-EA52ED5A476D}"/>
              </a:ext>
            </a:extLst>
          </p:cNvPr>
          <p:cNvSpPr txBox="1"/>
          <p:nvPr/>
        </p:nvSpPr>
        <p:spPr>
          <a:xfrm>
            <a:off x="1568530" y="5199360"/>
            <a:ext cx="930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All steps should have the same time interval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263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56CB-ED77-223D-0952-55B47FBF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F8AA7-1711-8123-A0EA-FE553BD73447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650AA-0F0F-CD78-1AE2-F443606A12A6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requirements for the data</a:t>
            </a:r>
          </a:p>
        </p:txBody>
      </p:sp>
      <p:sp>
        <p:nvSpPr>
          <p:cNvPr id="19" name="TextBox 113">
            <a:extLst>
              <a:ext uri="{FF2B5EF4-FFF2-40B4-BE49-F238E27FC236}">
                <a16:creationId xmlns:a16="http://schemas.microsoft.com/office/drawing/2014/main" id="{D151011F-5373-6BF6-57E8-6428C6AD35EF}"/>
              </a:ext>
            </a:extLst>
          </p:cNvPr>
          <p:cNvSpPr txBox="1"/>
          <p:nvPr/>
        </p:nvSpPr>
        <p:spPr>
          <a:xfrm>
            <a:off x="1568530" y="5199360"/>
            <a:ext cx="9302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Sampling error shouldn’t exceed the scale at which selection is happening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phic 10" descr="Hummingbird with solid fill">
            <a:extLst>
              <a:ext uri="{FF2B5EF4-FFF2-40B4-BE49-F238E27FC236}">
                <a16:creationId xmlns:a16="http://schemas.microsoft.com/office/drawing/2014/main" id="{12F054BA-0E96-C86A-4E27-5B7166577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3880" y="3385771"/>
            <a:ext cx="1031511" cy="1031511"/>
          </a:xfrm>
          <a:prstGeom prst="rect">
            <a:avLst/>
          </a:prstGeom>
        </p:spPr>
      </p:pic>
      <p:pic>
        <p:nvPicPr>
          <p:cNvPr id="5" name="Graphic 16" descr="Flower without stem with solid fill">
            <a:extLst>
              <a:ext uri="{FF2B5EF4-FFF2-40B4-BE49-F238E27FC236}">
                <a16:creationId xmlns:a16="http://schemas.microsoft.com/office/drawing/2014/main" id="{757BE6E8-99C5-5F46-E3DB-486359F5D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8312" y="2794574"/>
            <a:ext cx="646331" cy="646331"/>
          </a:xfrm>
          <a:prstGeom prst="rect">
            <a:avLst/>
          </a:prstGeom>
        </p:spPr>
      </p:pic>
      <p:pic>
        <p:nvPicPr>
          <p:cNvPr id="6" name="Graphic 16" descr="Flower without stem with solid fill">
            <a:extLst>
              <a:ext uri="{FF2B5EF4-FFF2-40B4-BE49-F238E27FC236}">
                <a16:creationId xmlns:a16="http://schemas.microsoft.com/office/drawing/2014/main" id="{4C0A82EF-F7CA-A7B4-BD18-5DE2BF5DA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3535" y="4385958"/>
            <a:ext cx="646331" cy="646331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B1FF7388-F712-A8FB-D437-B54ABBAA81C9}"/>
              </a:ext>
            </a:extLst>
          </p:cNvPr>
          <p:cNvSpPr/>
          <p:nvPr/>
        </p:nvSpPr>
        <p:spPr>
          <a:xfrm>
            <a:off x="3770945" y="2475327"/>
            <a:ext cx="2700000" cy="2700000"/>
          </a:xfrm>
          <a:prstGeom prst="ellipse">
            <a:avLst/>
          </a:prstGeom>
          <a:noFill/>
          <a:ln w="381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113">
            <a:extLst>
              <a:ext uri="{FF2B5EF4-FFF2-40B4-BE49-F238E27FC236}">
                <a16:creationId xmlns:a16="http://schemas.microsoft.com/office/drawing/2014/main" id="{C980CCE4-ACCA-E83C-BBA7-CE0FB4C3FB93}"/>
              </a:ext>
            </a:extLst>
          </p:cNvPr>
          <p:cNvSpPr txBox="1"/>
          <p:nvPr/>
        </p:nvSpPr>
        <p:spPr>
          <a:xfrm>
            <a:off x="6219781" y="4239022"/>
            <a:ext cx="1863085" cy="47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GPS error</a:t>
            </a:r>
            <a:endParaRPr lang="en-GB" sz="24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798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1938-5DCC-70E9-5866-7D45D62F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49CEC5-3005-44E7-3304-BE0189A0BD41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B163D-7268-D518-7E91-261E3405EDAB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Main requirements for the data</a:t>
            </a:r>
          </a:p>
        </p:txBody>
      </p:sp>
      <p:sp>
        <p:nvSpPr>
          <p:cNvPr id="19" name="TextBox 113">
            <a:extLst>
              <a:ext uri="{FF2B5EF4-FFF2-40B4-BE49-F238E27FC236}">
                <a16:creationId xmlns:a16="http://schemas.microsoft.com/office/drawing/2014/main" id="{515C5857-AF56-D81F-6198-57A1E656DC58}"/>
              </a:ext>
            </a:extLst>
          </p:cNvPr>
          <p:cNvSpPr txBox="1"/>
          <p:nvPr/>
        </p:nvSpPr>
        <p:spPr>
          <a:xfrm>
            <a:off x="1029193" y="5739726"/>
            <a:ext cx="10133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 &amp; movement data are at similar resolutions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598A9546-5B65-1B60-918C-EBC0A6BC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9" t="7999" r="73063" b="73060"/>
          <a:stretch>
            <a:fillRect/>
          </a:stretch>
        </p:blipFill>
        <p:spPr>
          <a:xfrm>
            <a:off x="4162890" y="2459464"/>
            <a:ext cx="3253910" cy="3280262"/>
          </a:xfrm>
          <a:prstGeom prst="rect">
            <a:avLst/>
          </a:prstGeom>
        </p:spPr>
      </p:pic>
      <p:cxnSp>
        <p:nvCxnSpPr>
          <p:cNvPr id="10" name="Straight Connector 2092">
            <a:extLst>
              <a:ext uri="{FF2B5EF4-FFF2-40B4-BE49-F238E27FC236}">
                <a16:creationId xmlns:a16="http://schemas.microsoft.com/office/drawing/2014/main" id="{B6A77175-AD80-53C4-E417-A6E8F0BD74F9}"/>
              </a:ext>
            </a:extLst>
          </p:cNvPr>
          <p:cNvCxnSpPr>
            <a:cxnSpLocks/>
          </p:cNvCxnSpPr>
          <p:nvPr/>
        </p:nvCxnSpPr>
        <p:spPr>
          <a:xfrm>
            <a:off x="4451350" y="2774950"/>
            <a:ext cx="0" cy="24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2066">
            <a:extLst>
              <a:ext uri="{FF2B5EF4-FFF2-40B4-BE49-F238E27FC236}">
                <a16:creationId xmlns:a16="http://schemas.microsoft.com/office/drawing/2014/main" id="{DD0E798E-1071-7C34-106D-92D56D7BA350}"/>
              </a:ext>
            </a:extLst>
          </p:cNvPr>
          <p:cNvSpPr/>
          <p:nvPr/>
        </p:nvSpPr>
        <p:spPr>
          <a:xfrm>
            <a:off x="4381448" y="2708324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4" name="Straight Connector 2092">
            <a:extLst>
              <a:ext uri="{FF2B5EF4-FFF2-40B4-BE49-F238E27FC236}">
                <a16:creationId xmlns:a16="http://schemas.microsoft.com/office/drawing/2014/main" id="{8D8E5858-234B-33C9-5949-10AC1A9A1780}"/>
              </a:ext>
            </a:extLst>
          </p:cNvPr>
          <p:cNvCxnSpPr>
            <a:cxnSpLocks/>
          </p:cNvCxnSpPr>
          <p:nvPr/>
        </p:nvCxnSpPr>
        <p:spPr>
          <a:xfrm flipV="1">
            <a:off x="4457700" y="2965450"/>
            <a:ext cx="215900" cy="44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092">
            <a:extLst>
              <a:ext uri="{FF2B5EF4-FFF2-40B4-BE49-F238E27FC236}">
                <a16:creationId xmlns:a16="http://schemas.microsoft.com/office/drawing/2014/main" id="{9DC36E13-3C84-B29B-29DD-36B7B0D897CE}"/>
              </a:ext>
            </a:extLst>
          </p:cNvPr>
          <p:cNvCxnSpPr>
            <a:cxnSpLocks/>
          </p:cNvCxnSpPr>
          <p:nvPr/>
        </p:nvCxnSpPr>
        <p:spPr>
          <a:xfrm flipV="1">
            <a:off x="4667250" y="2895600"/>
            <a:ext cx="222250" cy="698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2066">
            <a:extLst>
              <a:ext uri="{FF2B5EF4-FFF2-40B4-BE49-F238E27FC236}">
                <a16:creationId xmlns:a16="http://schemas.microsoft.com/office/drawing/2014/main" id="{F677F22F-F4A1-91FC-C97C-2F51F3C7CA5F}"/>
              </a:ext>
            </a:extLst>
          </p:cNvPr>
          <p:cNvSpPr/>
          <p:nvPr/>
        </p:nvSpPr>
        <p:spPr>
          <a:xfrm>
            <a:off x="4381448" y="294425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Oval 2066">
            <a:extLst>
              <a:ext uri="{FF2B5EF4-FFF2-40B4-BE49-F238E27FC236}">
                <a16:creationId xmlns:a16="http://schemas.microsoft.com/office/drawing/2014/main" id="{1C312756-37C5-3B63-E99F-45FAC61920F8}"/>
              </a:ext>
            </a:extLst>
          </p:cNvPr>
          <p:cNvSpPr/>
          <p:nvPr/>
        </p:nvSpPr>
        <p:spPr>
          <a:xfrm>
            <a:off x="4595811" y="289560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30" name="Straight Connector 2092">
            <a:extLst>
              <a:ext uri="{FF2B5EF4-FFF2-40B4-BE49-F238E27FC236}">
                <a16:creationId xmlns:a16="http://schemas.microsoft.com/office/drawing/2014/main" id="{762D5145-1FFB-BCA4-B718-A5D9614D69ED}"/>
              </a:ext>
            </a:extLst>
          </p:cNvPr>
          <p:cNvCxnSpPr>
            <a:cxnSpLocks/>
          </p:cNvCxnSpPr>
          <p:nvPr/>
        </p:nvCxnSpPr>
        <p:spPr>
          <a:xfrm>
            <a:off x="4889500" y="2901950"/>
            <a:ext cx="46567" cy="2624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2092">
            <a:extLst>
              <a:ext uri="{FF2B5EF4-FFF2-40B4-BE49-F238E27FC236}">
                <a16:creationId xmlns:a16="http://schemas.microsoft.com/office/drawing/2014/main" id="{16D54754-20F0-A395-6174-5EAC952272E5}"/>
              </a:ext>
            </a:extLst>
          </p:cNvPr>
          <p:cNvCxnSpPr>
            <a:cxnSpLocks/>
          </p:cNvCxnSpPr>
          <p:nvPr/>
        </p:nvCxnSpPr>
        <p:spPr>
          <a:xfrm flipH="1">
            <a:off x="4601633" y="3153833"/>
            <a:ext cx="328084" cy="2751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2092">
            <a:extLst>
              <a:ext uri="{FF2B5EF4-FFF2-40B4-BE49-F238E27FC236}">
                <a16:creationId xmlns:a16="http://schemas.microsoft.com/office/drawing/2014/main" id="{A243D43A-F4B3-CC5A-E4CE-873186648B8E}"/>
              </a:ext>
            </a:extLst>
          </p:cNvPr>
          <p:cNvCxnSpPr>
            <a:cxnSpLocks/>
          </p:cNvCxnSpPr>
          <p:nvPr/>
        </p:nvCxnSpPr>
        <p:spPr>
          <a:xfrm flipH="1" flipV="1">
            <a:off x="4599517" y="3433233"/>
            <a:ext cx="325966" cy="1947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092">
            <a:extLst>
              <a:ext uri="{FF2B5EF4-FFF2-40B4-BE49-F238E27FC236}">
                <a16:creationId xmlns:a16="http://schemas.microsoft.com/office/drawing/2014/main" id="{DF5FDFC4-77A7-112B-C705-186A4D395AFF}"/>
              </a:ext>
            </a:extLst>
          </p:cNvPr>
          <p:cNvCxnSpPr>
            <a:cxnSpLocks/>
          </p:cNvCxnSpPr>
          <p:nvPr/>
        </p:nvCxnSpPr>
        <p:spPr>
          <a:xfrm flipH="1">
            <a:off x="4919133" y="3621617"/>
            <a:ext cx="389467" cy="4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092">
            <a:extLst>
              <a:ext uri="{FF2B5EF4-FFF2-40B4-BE49-F238E27FC236}">
                <a16:creationId xmlns:a16="http://schemas.microsoft.com/office/drawing/2014/main" id="{99B00448-D3D9-9BD5-A28C-C190756C1FCB}"/>
              </a:ext>
            </a:extLst>
          </p:cNvPr>
          <p:cNvCxnSpPr>
            <a:cxnSpLocks/>
          </p:cNvCxnSpPr>
          <p:nvPr/>
        </p:nvCxnSpPr>
        <p:spPr>
          <a:xfrm flipH="1">
            <a:off x="5312833" y="3333750"/>
            <a:ext cx="131234" cy="2815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2092">
            <a:extLst>
              <a:ext uri="{FF2B5EF4-FFF2-40B4-BE49-F238E27FC236}">
                <a16:creationId xmlns:a16="http://schemas.microsoft.com/office/drawing/2014/main" id="{DF570731-F04B-8C3A-D1A3-9019EFA37F8E}"/>
              </a:ext>
            </a:extLst>
          </p:cNvPr>
          <p:cNvCxnSpPr>
            <a:cxnSpLocks/>
          </p:cNvCxnSpPr>
          <p:nvPr/>
        </p:nvCxnSpPr>
        <p:spPr>
          <a:xfrm flipH="1">
            <a:off x="5439833" y="3151717"/>
            <a:ext cx="198967" cy="1756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2066">
            <a:extLst>
              <a:ext uri="{FF2B5EF4-FFF2-40B4-BE49-F238E27FC236}">
                <a16:creationId xmlns:a16="http://schemas.microsoft.com/office/drawing/2014/main" id="{AAFE1C2B-57CB-E974-14D4-85ECE8D6FF82}"/>
              </a:ext>
            </a:extLst>
          </p:cNvPr>
          <p:cNvSpPr/>
          <p:nvPr/>
        </p:nvSpPr>
        <p:spPr>
          <a:xfrm>
            <a:off x="4812271" y="282995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Oval 2066">
            <a:extLst>
              <a:ext uri="{FF2B5EF4-FFF2-40B4-BE49-F238E27FC236}">
                <a16:creationId xmlns:a16="http://schemas.microsoft.com/office/drawing/2014/main" id="{BFF70CFC-C55C-3400-C67E-5C1B9D68668C}"/>
              </a:ext>
            </a:extLst>
          </p:cNvPr>
          <p:cNvSpPr/>
          <p:nvPr/>
        </p:nvSpPr>
        <p:spPr>
          <a:xfrm>
            <a:off x="4859992" y="308825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Oval 2066">
            <a:extLst>
              <a:ext uri="{FF2B5EF4-FFF2-40B4-BE49-F238E27FC236}">
                <a16:creationId xmlns:a16="http://schemas.microsoft.com/office/drawing/2014/main" id="{D3876FAA-8ED4-B213-C837-FD498C40EFA7}"/>
              </a:ext>
            </a:extLst>
          </p:cNvPr>
          <p:cNvSpPr/>
          <p:nvPr/>
        </p:nvSpPr>
        <p:spPr>
          <a:xfrm>
            <a:off x="4525448" y="335700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Oval 2066">
            <a:extLst>
              <a:ext uri="{FF2B5EF4-FFF2-40B4-BE49-F238E27FC236}">
                <a16:creationId xmlns:a16="http://schemas.microsoft.com/office/drawing/2014/main" id="{31E7FB1A-9882-C812-FB04-3ACB2F0D953F}"/>
              </a:ext>
            </a:extLst>
          </p:cNvPr>
          <p:cNvSpPr/>
          <p:nvPr/>
        </p:nvSpPr>
        <p:spPr>
          <a:xfrm>
            <a:off x="4842432" y="3550456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Oval 2066">
            <a:extLst>
              <a:ext uri="{FF2B5EF4-FFF2-40B4-BE49-F238E27FC236}">
                <a16:creationId xmlns:a16="http://schemas.microsoft.com/office/drawing/2014/main" id="{4AEACFE8-5A3E-3C00-DC20-126D7C2B324E}"/>
              </a:ext>
            </a:extLst>
          </p:cNvPr>
          <p:cNvSpPr/>
          <p:nvPr/>
        </p:nvSpPr>
        <p:spPr>
          <a:xfrm>
            <a:off x="5238700" y="3541666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Oval 2066">
            <a:extLst>
              <a:ext uri="{FF2B5EF4-FFF2-40B4-BE49-F238E27FC236}">
                <a16:creationId xmlns:a16="http://schemas.microsoft.com/office/drawing/2014/main" id="{317B5AC6-9CFC-FA32-AB6E-6C8C9CB80BD6}"/>
              </a:ext>
            </a:extLst>
          </p:cNvPr>
          <p:cNvSpPr/>
          <p:nvPr/>
        </p:nvSpPr>
        <p:spPr>
          <a:xfrm>
            <a:off x="5369950" y="3267845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Oval 2066">
            <a:extLst>
              <a:ext uri="{FF2B5EF4-FFF2-40B4-BE49-F238E27FC236}">
                <a16:creationId xmlns:a16="http://schemas.microsoft.com/office/drawing/2014/main" id="{9F429F9E-21AF-C644-48D3-931A8BD9D5C7}"/>
              </a:ext>
            </a:extLst>
          </p:cNvPr>
          <p:cNvSpPr/>
          <p:nvPr/>
        </p:nvSpPr>
        <p:spPr>
          <a:xfrm>
            <a:off x="5557094" y="3088250"/>
            <a:ext cx="144000" cy="144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61949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80F9-EE14-72BE-8F5E-562C38BF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B81FC-712C-C212-2BA5-37167ABE3EC5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91CC9-1C78-93A7-71BC-53400A6A1FC9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Exploring the data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CE7F6D17-42AA-8CA6-6C03-FC2038162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3" r="1936" b="2968"/>
          <a:stretch>
            <a:fillRect/>
          </a:stretch>
        </p:blipFill>
        <p:spPr>
          <a:xfrm>
            <a:off x="944061" y="2736872"/>
            <a:ext cx="4959434" cy="3360822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7780BCDB-827D-030C-276E-572FD07A1587}"/>
              </a:ext>
            </a:extLst>
          </p:cNvPr>
          <p:cNvGrpSpPr/>
          <p:nvPr/>
        </p:nvGrpSpPr>
        <p:grpSpPr>
          <a:xfrm rot="4218558">
            <a:off x="8280575" y="814235"/>
            <a:ext cx="1565528" cy="4080301"/>
            <a:chOff x="9647997" y="1840001"/>
            <a:chExt cx="1565528" cy="4080301"/>
          </a:xfrm>
        </p:grpSpPr>
        <p:cxnSp>
          <p:nvCxnSpPr>
            <p:cNvPr id="25" name="Straight Connector 117">
              <a:extLst>
                <a:ext uri="{FF2B5EF4-FFF2-40B4-BE49-F238E27FC236}">
                  <a16:creationId xmlns:a16="http://schemas.microsoft.com/office/drawing/2014/main" id="{3DB04F10-FA5F-4E09-7517-B435FC5DE00D}"/>
                </a:ext>
              </a:extLst>
            </p:cNvPr>
            <p:cNvCxnSpPr>
              <a:cxnSpLocks/>
            </p:cNvCxnSpPr>
            <p:nvPr/>
          </p:nvCxnSpPr>
          <p:spPr>
            <a:xfrm rot="17142934" flipH="1" flipV="1">
              <a:off x="11013238" y="1967656"/>
              <a:ext cx="53340" cy="2457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">
              <a:extLst>
                <a:ext uri="{FF2B5EF4-FFF2-40B4-BE49-F238E27FC236}">
                  <a16:creationId xmlns:a16="http://schemas.microsoft.com/office/drawing/2014/main" id="{B5852550-6F5D-97F1-6AD1-6922A98CF34D}"/>
                </a:ext>
              </a:extLst>
            </p:cNvPr>
            <p:cNvCxnSpPr>
              <a:cxnSpLocks/>
            </p:cNvCxnSpPr>
            <p:nvPr/>
          </p:nvCxnSpPr>
          <p:spPr>
            <a:xfrm rot="17142934" flipH="1">
              <a:off x="10740944" y="1851249"/>
              <a:ext cx="126672" cy="2895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8">
              <a:extLst>
                <a:ext uri="{FF2B5EF4-FFF2-40B4-BE49-F238E27FC236}">
                  <a16:creationId xmlns:a16="http://schemas.microsoft.com/office/drawing/2014/main" id="{166D1C35-C761-C21E-ABC7-B20832C2E5BB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643103" y="1925360"/>
              <a:ext cx="121920" cy="80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9">
              <a:extLst>
                <a:ext uri="{FF2B5EF4-FFF2-40B4-BE49-F238E27FC236}">
                  <a16:creationId xmlns:a16="http://schemas.microsoft.com/office/drawing/2014/main" id="{A29719ED-1DD9-604A-0745-ECC8BEC41B56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590793" y="2072514"/>
              <a:ext cx="177165" cy="666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0">
              <a:extLst>
                <a:ext uri="{FF2B5EF4-FFF2-40B4-BE49-F238E27FC236}">
                  <a16:creationId xmlns:a16="http://schemas.microsoft.com/office/drawing/2014/main" id="{99061F10-0826-07C6-62B2-7F42185295D8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431866" y="2249388"/>
              <a:ext cx="253365" cy="723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11">
              <a:extLst>
                <a:ext uri="{FF2B5EF4-FFF2-40B4-BE49-F238E27FC236}">
                  <a16:creationId xmlns:a16="http://schemas.microsoft.com/office/drawing/2014/main" id="{4F34ABC3-7D80-E363-8008-01449523B2A4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515310" y="2367533"/>
              <a:ext cx="274320" cy="4133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2">
              <a:extLst>
                <a:ext uri="{FF2B5EF4-FFF2-40B4-BE49-F238E27FC236}">
                  <a16:creationId xmlns:a16="http://schemas.microsoft.com/office/drawing/2014/main" id="{74F29004-0C64-53E0-2724-26BF32630628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837719" y="2746340"/>
              <a:ext cx="253037" cy="3632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3">
              <a:extLst>
                <a:ext uri="{FF2B5EF4-FFF2-40B4-BE49-F238E27FC236}">
                  <a16:creationId xmlns:a16="http://schemas.microsoft.com/office/drawing/2014/main" id="{C1D75CD8-20D9-33F4-A7FA-DEDBAAF26650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861129" y="2918519"/>
              <a:ext cx="86688" cy="3803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14">
              <a:extLst>
                <a:ext uri="{FF2B5EF4-FFF2-40B4-BE49-F238E27FC236}">
                  <a16:creationId xmlns:a16="http://schemas.microsoft.com/office/drawing/2014/main" id="{2FB24F78-437D-C908-EE85-54ED26DC3F0C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544501" y="3029183"/>
              <a:ext cx="123825" cy="1981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15">
              <a:extLst>
                <a:ext uri="{FF2B5EF4-FFF2-40B4-BE49-F238E27FC236}">
                  <a16:creationId xmlns:a16="http://schemas.microsoft.com/office/drawing/2014/main" id="{797C6AEE-5C80-4150-277A-C81155B2E919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308051" y="3302074"/>
              <a:ext cx="321945" cy="38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16">
              <a:extLst>
                <a:ext uri="{FF2B5EF4-FFF2-40B4-BE49-F238E27FC236}">
                  <a16:creationId xmlns:a16="http://schemas.microsoft.com/office/drawing/2014/main" id="{66B43282-747F-6608-9785-CFE1D767B207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329671" y="3568580"/>
              <a:ext cx="306705" cy="1581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17">
              <a:extLst>
                <a:ext uri="{FF2B5EF4-FFF2-40B4-BE49-F238E27FC236}">
                  <a16:creationId xmlns:a16="http://schemas.microsoft.com/office/drawing/2014/main" id="{869FC3D6-9179-42D8-70D8-77F57CA837C7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10437104" y="3881444"/>
              <a:ext cx="177165" cy="590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18">
              <a:extLst>
                <a:ext uri="{FF2B5EF4-FFF2-40B4-BE49-F238E27FC236}">
                  <a16:creationId xmlns:a16="http://schemas.microsoft.com/office/drawing/2014/main" id="{198D0F2F-8436-E6A8-1464-CA66D6A924B9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331624" y="3996306"/>
              <a:ext cx="201602" cy="1663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19">
              <a:extLst>
                <a:ext uri="{FF2B5EF4-FFF2-40B4-BE49-F238E27FC236}">
                  <a16:creationId xmlns:a16="http://schemas.microsoft.com/office/drawing/2014/main" id="{FDF0916B-B903-2D9D-D793-8B75C8B37A4E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10128374" y="4214001"/>
              <a:ext cx="263218" cy="1009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20">
              <a:extLst>
                <a:ext uri="{FF2B5EF4-FFF2-40B4-BE49-F238E27FC236}">
                  <a16:creationId xmlns:a16="http://schemas.microsoft.com/office/drawing/2014/main" id="{CA58DE36-5333-045A-0116-C1273AF6DB13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9896008" y="4616456"/>
              <a:ext cx="275283" cy="1733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21">
              <a:extLst>
                <a:ext uri="{FF2B5EF4-FFF2-40B4-BE49-F238E27FC236}">
                  <a16:creationId xmlns:a16="http://schemas.microsoft.com/office/drawing/2014/main" id="{E2664FD0-E828-25D9-A227-142A182C41EB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9975204" y="4389354"/>
              <a:ext cx="216207" cy="1409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22">
              <a:extLst>
                <a:ext uri="{FF2B5EF4-FFF2-40B4-BE49-F238E27FC236}">
                  <a16:creationId xmlns:a16="http://schemas.microsoft.com/office/drawing/2014/main" id="{8BFCEE4D-5ADD-5CC9-FFAB-5F475751E2DD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9999641" y="4918899"/>
              <a:ext cx="198120" cy="1047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23">
              <a:extLst>
                <a:ext uri="{FF2B5EF4-FFF2-40B4-BE49-F238E27FC236}">
                  <a16:creationId xmlns:a16="http://schemas.microsoft.com/office/drawing/2014/main" id="{2DC485EB-5A5B-ECE6-BDAD-1B859CE80DBF}"/>
                </a:ext>
              </a:extLst>
            </p:cNvPr>
            <p:cNvCxnSpPr>
              <a:cxnSpLocks/>
            </p:cNvCxnSpPr>
            <p:nvPr/>
          </p:nvCxnSpPr>
          <p:spPr>
            <a:xfrm rot="17142934" flipV="1">
              <a:off x="9995957" y="5181322"/>
              <a:ext cx="241935" cy="55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5">
              <a:extLst>
                <a:ext uri="{FF2B5EF4-FFF2-40B4-BE49-F238E27FC236}">
                  <a16:creationId xmlns:a16="http://schemas.microsoft.com/office/drawing/2014/main" id="{D8D2A8D6-BC60-F269-2462-C5B713A66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6152" y="5334408"/>
              <a:ext cx="17" cy="1904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6">
              <a:extLst>
                <a:ext uri="{FF2B5EF4-FFF2-40B4-BE49-F238E27FC236}">
                  <a16:creationId xmlns:a16="http://schemas.microsoft.com/office/drawing/2014/main" id="{EBE1641A-8058-7314-E38D-119A24ABA6EB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9899800" y="5557870"/>
              <a:ext cx="234315" cy="1504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7">
              <a:extLst>
                <a:ext uri="{FF2B5EF4-FFF2-40B4-BE49-F238E27FC236}">
                  <a16:creationId xmlns:a16="http://schemas.microsoft.com/office/drawing/2014/main" id="{3620055B-1B5D-A101-6A5C-EFB062C6783E}"/>
                </a:ext>
              </a:extLst>
            </p:cNvPr>
            <p:cNvCxnSpPr>
              <a:cxnSpLocks/>
            </p:cNvCxnSpPr>
            <p:nvPr/>
          </p:nvCxnSpPr>
          <p:spPr>
            <a:xfrm rot="17142934">
              <a:off x="9708720" y="5705694"/>
              <a:ext cx="201930" cy="1676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Elipse 13">
              <a:extLst>
                <a:ext uri="{FF2B5EF4-FFF2-40B4-BE49-F238E27FC236}">
                  <a16:creationId xmlns:a16="http://schemas.microsoft.com/office/drawing/2014/main" id="{9578979F-9CE6-ABDA-603F-A43F980F2327}"/>
                </a:ext>
              </a:extLst>
            </p:cNvPr>
            <p:cNvSpPr/>
            <p:nvPr/>
          </p:nvSpPr>
          <p:spPr>
            <a:xfrm rot="17142934">
              <a:off x="9647997" y="5812302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Elipse 13">
              <a:extLst>
                <a:ext uri="{FF2B5EF4-FFF2-40B4-BE49-F238E27FC236}">
                  <a16:creationId xmlns:a16="http://schemas.microsoft.com/office/drawing/2014/main" id="{1CB9E253-2208-3F18-98A3-AAA50398B7EF}"/>
                </a:ext>
              </a:extLst>
            </p:cNvPr>
            <p:cNvSpPr/>
            <p:nvPr/>
          </p:nvSpPr>
          <p:spPr>
            <a:xfrm rot="17142934">
              <a:off x="9857442" y="5666042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6" name="Elipse 13">
              <a:extLst>
                <a:ext uri="{FF2B5EF4-FFF2-40B4-BE49-F238E27FC236}">
                  <a16:creationId xmlns:a16="http://schemas.microsoft.com/office/drawing/2014/main" id="{BD38FF15-4640-C999-FBEE-637E2D497CB6}"/>
                </a:ext>
              </a:extLst>
            </p:cNvPr>
            <p:cNvSpPr/>
            <p:nvPr/>
          </p:nvSpPr>
          <p:spPr>
            <a:xfrm rot="17142934">
              <a:off x="10056970" y="5497083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Elipse 13">
              <a:extLst>
                <a:ext uri="{FF2B5EF4-FFF2-40B4-BE49-F238E27FC236}">
                  <a16:creationId xmlns:a16="http://schemas.microsoft.com/office/drawing/2014/main" id="{FD7EB166-B2B2-88C5-35DF-91CF20377C02}"/>
                </a:ext>
              </a:extLst>
            </p:cNvPr>
            <p:cNvSpPr/>
            <p:nvPr/>
          </p:nvSpPr>
          <p:spPr>
            <a:xfrm rot="17142934">
              <a:off x="10058328" y="5286573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9" name="Elipse 13">
              <a:extLst>
                <a:ext uri="{FF2B5EF4-FFF2-40B4-BE49-F238E27FC236}">
                  <a16:creationId xmlns:a16="http://schemas.microsoft.com/office/drawing/2014/main" id="{4F8A5A81-3ECB-B394-E006-023296527BBF}"/>
                </a:ext>
              </a:extLst>
            </p:cNvPr>
            <p:cNvSpPr/>
            <p:nvPr/>
          </p:nvSpPr>
          <p:spPr>
            <a:xfrm rot="17142934">
              <a:off x="10073412" y="5033603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0" name="Elipse 13">
              <a:extLst>
                <a:ext uri="{FF2B5EF4-FFF2-40B4-BE49-F238E27FC236}">
                  <a16:creationId xmlns:a16="http://schemas.microsoft.com/office/drawing/2014/main" id="{5A24256A-CFF7-9EDF-CCAD-6769E8024E61}"/>
                </a:ext>
              </a:extLst>
            </p:cNvPr>
            <p:cNvSpPr/>
            <p:nvPr/>
          </p:nvSpPr>
          <p:spPr>
            <a:xfrm rot="17142934">
              <a:off x="10024045" y="4810600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1" name="Elipse 13">
              <a:extLst>
                <a:ext uri="{FF2B5EF4-FFF2-40B4-BE49-F238E27FC236}">
                  <a16:creationId xmlns:a16="http://schemas.microsoft.com/office/drawing/2014/main" id="{6942860C-7CFC-903C-AD2D-FC9F27AFC895}"/>
                </a:ext>
              </a:extLst>
            </p:cNvPr>
            <p:cNvSpPr/>
            <p:nvPr/>
          </p:nvSpPr>
          <p:spPr>
            <a:xfrm rot="17142934">
              <a:off x="9932390" y="4497072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Elipse 13">
              <a:extLst>
                <a:ext uri="{FF2B5EF4-FFF2-40B4-BE49-F238E27FC236}">
                  <a16:creationId xmlns:a16="http://schemas.microsoft.com/office/drawing/2014/main" id="{672A82B8-1A65-08D1-BF4B-42695BA9C5D7}"/>
                </a:ext>
              </a:extLst>
            </p:cNvPr>
            <p:cNvSpPr/>
            <p:nvPr/>
          </p:nvSpPr>
          <p:spPr>
            <a:xfrm rot="17142934">
              <a:off x="10121543" y="4326628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3" name="Elipse 13">
              <a:extLst>
                <a:ext uri="{FF2B5EF4-FFF2-40B4-BE49-F238E27FC236}">
                  <a16:creationId xmlns:a16="http://schemas.microsoft.com/office/drawing/2014/main" id="{6C593ED1-21B1-BA92-17F9-DC88FC3A462A}"/>
                </a:ext>
              </a:extLst>
            </p:cNvPr>
            <p:cNvSpPr/>
            <p:nvPr/>
          </p:nvSpPr>
          <p:spPr>
            <a:xfrm rot="17142934">
              <a:off x="10283875" y="4102673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4" name="Elipse 13">
              <a:extLst>
                <a:ext uri="{FF2B5EF4-FFF2-40B4-BE49-F238E27FC236}">
                  <a16:creationId xmlns:a16="http://schemas.microsoft.com/office/drawing/2014/main" id="{F0B057CE-168A-BF09-65E7-279EC2926A0E}"/>
                </a:ext>
              </a:extLst>
            </p:cNvPr>
            <p:cNvSpPr/>
            <p:nvPr/>
          </p:nvSpPr>
          <p:spPr>
            <a:xfrm rot="17142934">
              <a:off x="10474887" y="3953204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5" name="Elipse 13">
              <a:extLst>
                <a:ext uri="{FF2B5EF4-FFF2-40B4-BE49-F238E27FC236}">
                  <a16:creationId xmlns:a16="http://schemas.microsoft.com/office/drawing/2014/main" id="{9EE85289-2362-B50C-523B-8CBC36111BB4}"/>
                </a:ext>
              </a:extLst>
            </p:cNvPr>
            <p:cNvSpPr/>
            <p:nvPr/>
          </p:nvSpPr>
          <p:spPr>
            <a:xfrm rot="17142934">
              <a:off x="10462983" y="3764071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Elipse 13">
              <a:extLst>
                <a:ext uri="{FF2B5EF4-FFF2-40B4-BE49-F238E27FC236}">
                  <a16:creationId xmlns:a16="http://schemas.microsoft.com/office/drawing/2014/main" id="{B1B87E5E-9DC9-B85F-9B4D-804CC3E543EB}"/>
                </a:ext>
              </a:extLst>
            </p:cNvPr>
            <p:cNvSpPr/>
            <p:nvPr/>
          </p:nvSpPr>
          <p:spPr>
            <a:xfrm rot="17142934">
              <a:off x="10391252" y="3428966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7" name="Elipse 13">
              <a:extLst>
                <a:ext uri="{FF2B5EF4-FFF2-40B4-BE49-F238E27FC236}">
                  <a16:creationId xmlns:a16="http://schemas.microsoft.com/office/drawing/2014/main" id="{66B30423-B8A1-BFDC-2572-CF16AB2F7CA7}"/>
                </a:ext>
              </a:extLst>
            </p:cNvPr>
            <p:cNvSpPr/>
            <p:nvPr/>
          </p:nvSpPr>
          <p:spPr>
            <a:xfrm rot="17142934">
              <a:off x="10438371" y="3106368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8" name="Elipse 13">
              <a:extLst>
                <a:ext uri="{FF2B5EF4-FFF2-40B4-BE49-F238E27FC236}">
                  <a16:creationId xmlns:a16="http://schemas.microsoft.com/office/drawing/2014/main" id="{3B03C53C-6FD8-B036-C720-A2C0C23DDFE1}"/>
                </a:ext>
              </a:extLst>
            </p:cNvPr>
            <p:cNvSpPr/>
            <p:nvPr/>
          </p:nvSpPr>
          <p:spPr>
            <a:xfrm rot="17142934">
              <a:off x="10652859" y="3044220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Elipse 13">
              <a:extLst>
                <a:ext uri="{FF2B5EF4-FFF2-40B4-BE49-F238E27FC236}">
                  <a16:creationId xmlns:a16="http://schemas.microsoft.com/office/drawing/2014/main" id="{8BD97408-95C9-0163-4006-6C5E5D3BD7FD}"/>
                </a:ext>
              </a:extLst>
            </p:cNvPr>
            <p:cNvSpPr/>
            <p:nvPr/>
          </p:nvSpPr>
          <p:spPr>
            <a:xfrm rot="17142934">
              <a:off x="10436044" y="2343829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Elipse 13">
              <a:extLst>
                <a:ext uri="{FF2B5EF4-FFF2-40B4-BE49-F238E27FC236}">
                  <a16:creationId xmlns:a16="http://schemas.microsoft.com/office/drawing/2014/main" id="{ECC774A2-37DD-045C-6F4D-127B68D54120}"/>
                </a:ext>
              </a:extLst>
            </p:cNvPr>
            <p:cNvSpPr/>
            <p:nvPr/>
          </p:nvSpPr>
          <p:spPr>
            <a:xfrm rot="17142934">
              <a:off x="10569305" y="2126974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1" name="Elipse 13">
              <a:extLst>
                <a:ext uri="{FF2B5EF4-FFF2-40B4-BE49-F238E27FC236}">
                  <a16:creationId xmlns:a16="http://schemas.microsoft.com/office/drawing/2014/main" id="{E6253773-325C-7E02-2F24-8C6D6F67EA20}"/>
                </a:ext>
              </a:extLst>
            </p:cNvPr>
            <p:cNvSpPr/>
            <p:nvPr/>
          </p:nvSpPr>
          <p:spPr>
            <a:xfrm rot="17142934">
              <a:off x="11045080" y="3066478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2" name="Elipse 13">
              <a:extLst>
                <a:ext uri="{FF2B5EF4-FFF2-40B4-BE49-F238E27FC236}">
                  <a16:creationId xmlns:a16="http://schemas.microsoft.com/office/drawing/2014/main" id="{3C0E370F-F4C7-4654-1E5A-4FE4C1A890F8}"/>
                </a:ext>
              </a:extLst>
            </p:cNvPr>
            <p:cNvSpPr/>
            <p:nvPr/>
          </p:nvSpPr>
          <p:spPr>
            <a:xfrm rot="17142934">
              <a:off x="10758966" y="2705893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3" name="Elipse 13">
              <a:extLst>
                <a:ext uri="{FF2B5EF4-FFF2-40B4-BE49-F238E27FC236}">
                  <a16:creationId xmlns:a16="http://schemas.microsoft.com/office/drawing/2014/main" id="{04F0AC59-061F-F870-3733-CD98296FF90D}"/>
                </a:ext>
              </a:extLst>
            </p:cNvPr>
            <p:cNvSpPr/>
            <p:nvPr/>
          </p:nvSpPr>
          <p:spPr>
            <a:xfrm rot="17142934">
              <a:off x="10674775" y="1978267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Elipse 13">
              <a:extLst>
                <a:ext uri="{FF2B5EF4-FFF2-40B4-BE49-F238E27FC236}">
                  <a16:creationId xmlns:a16="http://schemas.microsoft.com/office/drawing/2014/main" id="{16C5B301-F85A-CA4B-E250-E1AEABCBA0D9}"/>
                </a:ext>
              </a:extLst>
            </p:cNvPr>
            <p:cNvSpPr/>
            <p:nvPr/>
          </p:nvSpPr>
          <p:spPr>
            <a:xfrm rot="17142934">
              <a:off x="10623941" y="1840001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5" name="Elipse 13">
              <a:extLst>
                <a:ext uri="{FF2B5EF4-FFF2-40B4-BE49-F238E27FC236}">
                  <a16:creationId xmlns:a16="http://schemas.microsoft.com/office/drawing/2014/main" id="{8BA84120-79AA-5E67-092B-8E70A8B5D61A}"/>
                </a:ext>
              </a:extLst>
            </p:cNvPr>
            <p:cNvSpPr/>
            <p:nvPr/>
          </p:nvSpPr>
          <p:spPr>
            <a:xfrm rot="17142934">
              <a:off x="10860971" y="2035330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6" name="Elipse 13">
              <a:extLst>
                <a:ext uri="{FF2B5EF4-FFF2-40B4-BE49-F238E27FC236}">
                  <a16:creationId xmlns:a16="http://schemas.microsoft.com/office/drawing/2014/main" id="{E9B33867-6D31-8AEC-3117-3EBBD40D41EB}"/>
                </a:ext>
              </a:extLst>
            </p:cNvPr>
            <p:cNvSpPr/>
            <p:nvPr/>
          </p:nvSpPr>
          <p:spPr>
            <a:xfrm rot="17142934">
              <a:off x="11105525" y="2048046"/>
              <a:ext cx="108000" cy="108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80" name="Imagen 79">
            <a:extLst>
              <a:ext uri="{FF2B5EF4-FFF2-40B4-BE49-F238E27FC236}">
                <a16:creationId xmlns:a16="http://schemas.microsoft.com/office/drawing/2014/main" id="{E5181DDE-953D-C968-3A9C-284AAE66F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488" y="3313653"/>
            <a:ext cx="5409461" cy="327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50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7260-7FEB-161F-2DED-690DA424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B1FCF-1A87-ED90-8E73-66567F4966C4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806A1-40B9-B72D-A508-CD8E212C3EE6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Data cleaning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8F56053-7757-4371-AD46-CBF43F95CAF0}"/>
              </a:ext>
            </a:extLst>
          </p:cNvPr>
          <p:cNvGrpSpPr/>
          <p:nvPr/>
        </p:nvGrpSpPr>
        <p:grpSpPr>
          <a:xfrm rot="14051102">
            <a:off x="1778161" y="2968640"/>
            <a:ext cx="4186414" cy="4080301"/>
            <a:chOff x="7050037" y="2000009"/>
            <a:chExt cx="4186414" cy="4080301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2C1A7A21-07E0-743B-85DB-9AB7FEB6D333}"/>
                </a:ext>
              </a:extLst>
            </p:cNvPr>
            <p:cNvGrpSpPr/>
            <p:nvPr/>
          </p:nvGrpSpPr>
          <p:grpSpPr>
            <a:xfrm>
              <a:off x="7217676" y="2000009"/>
              <a:ext cx="4018775" cy="4080301"/>
              <a:chOff x="7194750" y="1840001"/>
              <a:chExt cx="4018775" cy="4080301"/>
            </a:xfrm>
          </p:grpSpPr>
          <p:cxnSp>
            <p:nvCxnSpPr>
              <p:cNvPr id="8" name="Straight Connector 117">
                <a:extLst>
                  <a:ext uri="{FF2B5EF4-FFF2-40B4-BE49-F238E27FC236}">
                    <a16:creationId xmlns:a16="http://schemas.microsoft.com/office/drawing/2014/main" id="{B2E1FC80-20DC-59C1-9583-2169B78F2A16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H="1" flipV="1">
                <a:off x="11013238" y="1967656"/>
                <a:ext cx="53340" cy="2457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7">
                <a:extLst>
                  <a:ext uri="{FF2B5EF4-FFF2-40B4-BE49-F238E27FC236}">
                    <a16:creationId xmlns:a16="http://schemas.microsoft.com/office/drawing/2014/main" id="{430E427B-F433-ACDD-9207-D830DCDFCD76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H="1">
                <a:off x="10740944" y="1851249"/>
                <a:ext cx="126672" cy="2895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8">
                <a:extLst>
                  <a:ext uri="{FF2B5EF4-FFF2-40B4-BE49-F238E27FC236}">
                    <a16:creationId xmlns:a16="http://schemas.microsoft.com/office/drawing/2014/main" id="{8AE07BF9-EF90-51DB-124F-4E37F70FF3E2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643103" y="1925360"/>
                <a:ext cx="121920" cy="800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9">
                <a:extLst>
                  <a:ext uri="{FF2B5EF4-FFF2-40B4-BE49-F238E27FC236}">
                    <a16:creationId xmlns:a16="http://schemas.microsoft.com/office/drawing/2014/main" id="{348DE0A6-BA08-59BC-8EE7-94512CA4F9C6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590793" y="2072514"/>
                <a:ext cx="177165" cy="666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0">
                <a:extLst>
                  <a:ext uri="{FF2B5EF4-FFF2-40B4-BE49-F238E27FC236}">
                    <a16:creationId xmlns:a16="http://schemas.microsoft.com/office/drawing/2014/main" id="{93471E45-71B2-7D61-73AC-9C569F7D514E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431866" y="2249388"/>
                <a:ext cx="253365" cy="7239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1">
                <a:extLst>
                  <a:ext uri="{FF2B5EF4-FFF2-40B4-BE49-F238E27FC236}">
                    <a16:creationId xmlns:a16="http://schemas.microsoft.com/office/drawing/2014/main" id="{E9F9471E-7A1D-1F3F-D435-98787AD9A37C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515310" y="2367533"/>
                <a:ext cx="274320" cy="4133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2">
                <a:extLst>
                  <a:ext uri="{FF2B5EF4-FFF2-40B4-BE49-F238E27FC236}">
                    <a16:creationId xmlns:a16="http://schemas.microsoft.com/office/drawing/2014/main" id="{6C34DFDE-BA67-4975-0912-C72B8A2375FC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837719" y="2746340"/>
                <a:ext cx="253037" cy="36322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3">
                <a:extLst>
                  <a:ext uri="{FF2B5EF4-FFF2-40B4-BE49-F238E27FC236}">
                    <a16:creationId xmlns:a16="http://schemas.microsoft.com/office/drawing/2014/main" id="{955625E5-D8FA-A7DC-21BC-D522D05C68F2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861129" y="2918519"/>
                <a:ext cx="86688" cy="3803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4">
                <a:extLst>
                  <a:ext uri="{FF2B5EF4-FFF2-40B4-BE49-F238E27FC236}">
                    <a16:creationId xmlns:a16="http://schemas.microsoft.com/office/drawing/2014/main" id="{0004824C-7F3B-CDB9-D787-0640EE167A8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544501" y="3029183"/>
                <a:ext cx="123825" cy="19812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5">
                <a:extLst>
                  <a:ext uri="{FF2B5EF4-FFF2-40B4-BE49-F238E27FC236}">
                    <a16:creationId xmlns:a16="http://schemas.microsoft.com/office/drawing/2014/main" id="{21DEB55E-8CAF-2D42-FE35-CBB037EA2F6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308051" y="3302074"/>
                <a:ext cx="321945" cy="381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6">
                <a:extLst>
                  <a:ext uri="{FF2B5EF4-FFF2-40B4-BE49-F238E27FC236}">
                    <a16:creationId xmlns:a16="http://schemas.microsoft.com/office/drawing/2014/main" id="{3E1A58D4-828E-C3E3-5301-CCCF8A221190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329671" y="3568580"/>
                <a:ext cx="306705" cy="15811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7">
                <a:extLst>
                  <a:ext uri="{FF2B5EF4-FFF2-40B4-BE49-F238E27FC236}">
                    <a16:creationId xmlns:a16="http://schemas.microsoft.com/office/drawing/2014/main" id="{2DC9EC91-52BF-DA6D-33FE-229CD95A86F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10437104" y="3881444"/>
                <a:ext cx="177165" cy="590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18">
                <a:extLst>
                  <a:ext uri="{FF2B5EF4-FFF2-40B4-BE49-F238E27FC236}">
                    <a16:creationId xmlns:a16="http://schemas.microsoft.com/office/drawing/2014/main" id="{40BD34C6-4724-B026-5383-7873768B4BEA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331624" y="3996306"/>
                <a:ext cx="201602" cy="1663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19">
                <a:extLst>
                  <a:ext uri="{FF2B5EF4-FFF2-40B4-BE49-F238E27FC236}">
                    <a16:creationId xmlns:a16="http://schemas.microsoft.com/office/drawing/2014/main" id="{A3E9D4D1-161A-0709-A85C-B2ACC375CB71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10128374" y="4214001"/>
                <a:ext cx="263218" cy="1009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0">
                <a:extLst>
                  <a:ext uri="{FF2B5EF4-FFF2-40B4-BE49-F238E27FC236}">
                    <a16:creationId xmlns:a16="http://schemas.microsoft.com/office/drawing/2014/main" id="{FADD469E-0B82-5F59-7F09-B422BE19CF8F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896008" y="4616456"/>
                <a:ext cx="275283" cy="17335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1">
                <a:extLst>
                  <a:ext uri="{FF2B5EF4-FFF2-40B4-BE49-F238E27FC236}">
                    <a16:creationId xmlns:a16="http://schemas.microsoft.com/office/drawing/2014/main" id="{51EAC82F-8C95-7634-630A-0B839DE1801C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975204" y="4389354"/>
                <a:ext cx="216207" cy="1409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2">
                <a:extLst>
                  <a:ext uri="{FF2B5EF4-FFF2-40B4-BE49-F238E27FC236}">
                    <a16:creationId xmlns:a16="http://schemas.microsoft.com/office/drawing/2014/main" id="{9AE3D4A2-CE9C-EF87-400E-4B030FDF0D01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999641" y="4918899"/>
                <a:ext cx="198120" cy="1047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3">
                <a:extLst>
                  <a:ext uri="{FF2B5EF4-FFF2-40B4-BE49-F238E27FC236}">
                    <a16:creationId xmlns:a16="http://schemas.microsoft.com/office/drawing/2014/main" id="{009DD433-8472-EE82-CE88-C3E625F3AC07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 flipV="1">
                <a:off x="9995957" y="5181322"/>
                <a:ext cx="241935" cy="55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24">
                <a:extLst>
                  <a:ext uri="{FF2B5EF4-FFF2-40B4-BE49-F238E27FC236}">
                    <a16:creationId xmlns:a16="http://schemas.microsoft.com/office/drawing/2014/main" id="{A04B4DE2-A6D6-514C-F826-FC3DF5CAC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7823" y="5216893"/>
                <a:ext cx="2863958" cy="11231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25">
                <a:extLst>
                  <a:ext uri="{FF2B5EF4-FFF2-40B4-BE49-F238E27FC236}">
                    <a16:creationId xmlns:a16="http://schemas.microsoft.com/office/drawing/2014/main" id="{7485744A-D9C2-AE8E-CBB9-F22DFE80AD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57448" y="5226518"/>
                <a:ext cx="2858704" cy="29838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26">
                <a:extLst>
                  <a:ext uri="{FF2B5EF4-FFF2-40B4-BE49-F238E27FC236}">
                    <a16:creationId xmlns:a16="http://schemas.microsoft.com/office/drawing/2014/main" id="{9F5B0B34-B59B-2BE7-F655-42338498B1AA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899800" y="5557870"/>
                <a:ext cx="234315" cy="1504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27">
                <a:extLst>
                  <a:ext uri="{FF2B5EF4-FFF2-40B4-BE49-F238E27FC236}">
                    <a16:creationId xmlns:a16="http://schemas.microsoft.com/office/drawing/2014/main" id="{C0176959-2AC3-E84D-7B8F-252DB4E75FC1}"/>
                  </a:ext>
                </a:extLst>
              </p:cNvPr>
              <p:cNvCxnSpPr>
                <a:cxnSpLocks/>
              </p:cNvCxnSpPr>
              <p:nvPr/>
            </p:nvCxnSpPr>
            <p:spPr>
              <a:xfrm rot="17142934">
                <a:off x="9708720" y="5705694"/>
                <a:ext cx="201930" cy="1676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Elipse 13">
                <a:extLst>
                  <a:ext uri="{FF2B5EF4-FFF2-40B4-BE49-F238E27FC236}">
                    <a16:creationId xmlns:a16="http://schemas.microsoft.com/office/drawing/2014/main" id="{A91FCB20-858E-2AAF-E826-F6B96055A371}"/>
                  </a:ext>
                </a:extLst>
              </p:cNvPr>
              <p:cNvSpPr/>
              <p:nvPr/>
            </p:nvSpPr>
            <p:spPr>
              <a:xfrm rot="17142934">
                <a:off x="9647997" y="581230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0" name="Elipse 13">
                <a:extLst>
                  <a:ext uri="{FF2B5EF4-FFF2-40B4-BE49-F238E27FC236}">
                    <a16:creationId xmlns:a16="http://schemas.microsoft.com/office/drawing/2014/main" id="{2B7424ED-5F52-0307-6401-842503C83190}"/>
                  </a:ext>
                </a:extLst>
              </p:cNvPr>
              <p:cNvSpPr/>
              <p:nvPr/>
            </p:nvSpPr>
            <p:spPr>
              <a:xfrm rot="17142934">
                <a:off x="9857442" y="566604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7" name="Elipse 13">
                <a:extLst>
                  <a:ext uri="{FF2B5EF4-FFF2-40B4-BE49-F238E27FC236}">
                    <a16:creationId xmlns:a16="http://schemas.microsoft.com/office/drawing/2014/main" id="{042FB40B-1875-35EF-D9E0-83035F79EA72}"/>
                  </a:ext>
                </a:extLst>
              </p:cNvPr>
              <p:cNvSpPr/>
              <p:nvPr/>
            </p:nvSpPr>
            <p:spPr>
              <a:xfrm rot="17142934">
                <a:off x="10056970" y="549708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7" name="Elipse 13">
                <a:extLst>
                  <a:ext uri="{FF2B5EF4-FFF2-40B4-BE49-F238E27FC236}">
                    <a16:creationId xmlns:a16="http://schemas.microsoft.com/office/drawing/2014/main" id="{6C4D49BE-B703-0E51-B752-57900ACFA452}"/>
                  </a:ext>
                </a:extLst>
              </p:cNvPr>
              <p:cNvSpPr/>
              <p:nvPr/>
            </p:nvSpPr>
            <p:spPr>
              <a:xfrm rot="17142934">
                <a:off x="7194750" y="518097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8" name="Elipse 13">
                <a:extLst>
                  <a:ext uri="{FF2B5EF4-FFF2-40B4-BE49-F238E27FC236}">
                    <a16:creationId xmlns:a16="http://schemas.microsoft.com/office/drawing/2014/main" id="{BA626F5E-4DAA-A461-5FCB-741A426B19BC}"/>
                  </a:ext>
                </a:extLst>
              </p:cNvPr>
              <p:cNvSpPr/>
              <p:nvPr/>
            </p:nvSpPr>
            <p:spPr>
              <a:xfrm rot="17142934">
                <a:off x="10058328" y="528657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9" name="Elipse 13">
                <a:extLst>
                  <a:ext uri="{FF2B5EF4-FFF2-40B4-BE49-F238E27FC236}">
                    <a16:creationId xmlns:a16="http://schemas.microsoft.com/office/drawing/2014/main" id="{860E9E14-7228-9ADA-7863-9A6071FF5821}"/>
                  </a:ext>
                </a:extLst>
              </p:cNvPr>
              <p:cNvSpPr/>
              <p:nvPr/>
            </p:nvSpPr>
            <p:spPr>
              <a:xfrm rot="17142934">
                <a:off x="10073412" y="503360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1" name="Elipse 13">
                <a:extLst>
                  <a:ext uri="{FF2B5EF4-FFF2-40B4-BE49-F238E27FC236}">
                    <a16:creationId xmlns:a16="http://schemas.microsoft.com/office/drawing/2014/main" id="{88D45162-6CF4-5507-A7EB-622E973B75C1}"/>
                  </a:ext>
                </a:extLst>
              </p:cNvPr>
              <p:cNvSpPr/>
              <p:nvPr/>
            </p:nvSpPr>
            <p:spPr>
              <a:xfrm rot="17142934">
                <a:off x="10024045" y="481060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2" name="Elipse 13">
                <a:extLst>
                  <a:ext uri="{FF2B5EF4-FFF2-40B4-BE49-F238E27FC236}">
                    <a16:creationId xmlns:a16="http://schemas.microsoft.com/office/drawing/2014/main" id="{F6F57877-995D-C050-BC64-440EA1EB9699}"/>
                  </a:ext>
                </a:extLst>
              </p:cNvPr>
              <p:cNvSpPr/>
              <p:nvPr/>
            </p:nvSpPr>
            <p:spPr>
              <a:xfrm rot="17142934">
                <a:off x="9932390" y="4497072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3" name="Elipse 13">
                <a:extLst>
                  <a:ext uri="{FF2B5EF4-FFF2-40B4-BE49-F238E27FC236}">
                    <a16:creationId xmlns:a16="http://schemas.microsoft.com/office/drawing/2014/main" id="{060B3431-8D5A-DAAD-F0DB-726CCEA05ECB}"/>
                  </a:ext>
                </a:extLst>
              </p:cNvPr>
              <p:cNvSpPr/>
              <p:nvPr/>
            </p:nvSpPr>
            <p:spPr>
              <a:xfrm rot="17142934">
                <a:off x="10121543" y="432662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4" name="Elipse 13">
                <a:extLst>
                  <a:ext uri="{FF2B5EF4-FFF2-40B4-BE49-F238E27FC236}">
                    <a16:creationId xmlns:a16="http://schemas.microsoft.com/office/drawing/2014/main" id="{B1E81A59-E6F7-F4CF-7E08-33A3B8E31DBC}"/>
                  </a:ext>
                </a:extLst>
              </p:cNvPr>
              <p:cNvSpPr/>
              <p:nvPr/>
            </p:nvSpPr>
            <p:spPr>
              <a:xfrm rot="17142934">
                <a:off x="10283875" y="410267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5" name="Elipse 13">
                <a:extLst>
                  <a:ext uri="{FF2B5EF4-FFF2-40B4-BE49-F238E27FC236}">
                    <a16:creationId xmlns:a16="http://schemas.microsoft.com/office/drawing/2014/main" id="{D14CB135-5829-3A91-43FC-2EA0F1915E45}"/>
                  </a:ext>
                </a:extLst>
              </p:cNvPr>
              <p:cNvSpPr/>
              <p:nvPr/>
            </p:nvSpPr>
            <p:spPr>
              <a:xfrm rot="17142934">
                <a:off x="10474887" y="3953204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6" name="Elipse 13">
                <a:extLst>
                  <a:ext uri="{FF2B5EF4-FFF2-40B4-BE49-F238E27FC236}">
                    <a16:creationId xmlns:a16="http://schemas.microsoft.com/office/drawing/2014/main" id="{1247E274-55AF-03D2-77F0-2EA18DB426FE}"/>
                  </a:ext>
                </a:extLst>
              </p:cNvPr>
              <p:cNvSpPr/>
              <p:nvPr/>
            </p:nvSpPr>
            <p:spPr>
              <a:xfrm rot="17142934">
                <a:off x="10462983" y="376407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7" name="Elipse 13">
                <a:extLst>
                  <a:ext uri="{FF2B5EF4-FFF2-40B4-BE49-F238E27FC236}">
                    <a16:creationId xmlns:a16="http://schemas.microsoft.com/office/drawing/2014/main" id="{A88B8FE5-497E-3CDD-E8F2-9E239A095BE0}"/>
                  </a:ext>
                </a:extLst>
              </p:cNvPr>
              <p:cNvSpPr/>
              <p:nvPr/>
            </p:nvSpPr>
            <p:spPr>
              <a:xfrm rot="17142934">
                <a:off x="10391252" y="3428966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8" name="Elipse 13">
                <a:extLst>
                  <a:ext uri="{FF2B5EF4-FFF2-40B4-BE49-F238E27FC236}">
                    <a16:creationId xmlns:a16="http://schemas.microsoft.com/office/drawing/2014/main" id="{ACDB0AF6-7C06-A55B-CB7B-090C57CECA41}"/>
                  </a:ext>
                </a:extLst>
              </p:cNvPr>
              <p:cNvSpPr/>
              <p:nvPr/>
            </p:nvSpPr>
            <p:spPr>
              <a:xfrm rot="17142934">
                <a:off x="10438371" y="310636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9" name="Elipse 13">
                <a:extLst>
                  <a:ext uri="{FF2B5EF4-FFF2-40B4-BE49-F238E27FC236}">
                    <a16:creationId xmlns:a16="http://schemas.microsoft.com/office/drawing/2014/main" id="{9533F265-5BE8-E890-AE19-ACE546B318CC}"/>
                  </a:ext>
                </a:extLst>
              </p:cNvPr>
              <p:cNvSpPr/>
              <p:nvPr/>
            </p:nvSpPr>
            <p:spPr>
              <a:xfrm rot="17142934">
                <a:off x="10652859" y="304422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0" name="Elipse 13">
                <a:extLst>
                  <a:ext uri="{FF2B5EF4-FFF2-40B4-BE49-F238E27FC236}">
                    <a16:creationId xmlns:a16="http://schemas.microsoft.com/office/drawing/2014/main" id="{857764F1-0D86-79A1-A7F0-4400F71A4458}"/>
                  </a:ext>
                </a:extLst>
              </p:cNvPr>
              <p:cNvSpPr/>
              <p:nvPr/>
            </p:nvSpPr>
            <p:spPr>
              <a:xfrm rot="17142934">
                <a:off x="10436044" y="2343829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1" name="Elipse 13">
                <a:extLst>
                  <a:ext uri="{FF2B5EF4-FFF2-40B4-BE49-F238E27FC236}">
                    <a16:creationId xmlns:a16="http://schemas.microsoft.com/office/drawing/2014/main" id="{0B9A4D3E-D97C-785A-32EB-48B62814FE81}"/>
                  </a:ext>
                </a:extLst>
              </p:cNvPr>
              <p:cNvSpPr/>
              <p:nvPr/>
            </p:nvSpPr>
            <p:spPr>
              <a:xfrm rot="17142934">
                <a:off x="10569305" y="2126974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2" name="Elipse 13">
                <a:extLst>
                  <a:ext uri="{FF2B5EF4-FFF2-40B4-BE49-F238E27FC236}">
                    <a16:creationId xmlns:a16="http://schemas.microsoft.com/office/drawing/2014/main" id="{2D8B226A-6A4C-7F03-AE17-6F434253442A}"/>
                  </a:ext>
                </a:extLst>
              </p:cNvPr>
              <p:cNvSpPr/>
              <p:nvPr/>
            </p:nvSpPr>
            <p:spPr>
              <a:xfrm rot="17142934">
                <a:off x="11045080" y="3066478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3" name="Elipse 13">
                <a:extLst>
                  <a:ext uri="{FF2B5EF4-FFF2-40B4-BE49-F238E27FC236}">
                    <a16:creationId xmlns:a16="http://schemas.microsoft.com/office/drawing/2014/main" id="{091A5C6B-5F98-E705-B030-34222F438E47}"/>
                  </a:ext>
                </a:extLst>
              </p:cNvPr>
              <p:cNvSpPr/>
              <p:nvPr/>
            </p:nvSpPr>
            <p:spPr>
              <a:xfrm rot="17142934">
                <a:off x="10758966" y="2705893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4" name="Elipse 13">
                <a:extLst>
                  <a:ext uri="{FF2B5EF4-FFF2-40B4-BE49-F238E27FC236}">
                    <a16:creationId xmlns:a16="http://schemas.microsoft.com/office/drawing/2014/main" id="{98AD9437-0A70-FC60-D985-4D67F0596201}"/>
                  </a:ext>
                </a:extLst>
              </p:cNvPr>
              <p:cNvSpPr/>
              <p:nvPr/>
            </p:nvSpPr>
            <p:spPr>
              <a:xfrm rot="17142934">
                <a:off x="10674775" y="1978267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5" name="Elipse 13">
                <a:extLst>
                  <a:ext uri="{FF2B5EF4-FFF2-40B4-BE49-F238E27FC236}">
                    <a16:creationId xmlns:a16="http://schemas.microsoft.com/office/drawing/2014/main" id="{F3C4E430-B669-3052-8805-DF6B87047FB2}"/>
                  </a:ext>
                </a:extLst>
              </p:cNvPr>
              <p:cNvSpPr/>
              <p:nvPr/>
            </p:nvSpPr>
            <p:spPr>
              <a:xfrm rot="17142934">
                <a:off x="10623941" y="1840001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6" name="Elipse 13">
                <a:extLst>
                  <a:ext uri="{FF2B5EF4-FFF2-40B4-BE49-F238E27FC236}">
                    <a16:creationId xmlns:a16="http://schemas.microsoft.com/office/drawing/2014/main" id="{AA5D9874-F3E8-B289-B669-410682862493}"/>
                  </a:ext>
                </a:extLst>
              </p:cNvPr>
              <p:cNvSpPr/>
              <p:nvPr/>
            </p:nvSpPr>
            <p:spPr>
              <a:xfrm rot="17142934">
                <a:off x="10860971" y="2035330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7" name="Elipse 13">
                <a:extLst>
                  <a:ext uri="{FF2B5EF4-FFF2-40B4-BE49-F238E27FC236}">
                    <a16:creationId xmlns:a16="http://schemas.microsoft.com/office/drawing/2014/main" id="{3F8023BE-277D-559A-4CF5-7F394C709737}"/>
                  </a:ext>
                </a:extLst>
              </p:cNvPr>
              <p:cNvSpPr/>
              <p:nvPr/>
            </p:nvSpPr>
            <p:spPr>
              <a:xfrm rot="17142934">
                <a:off x="11105525" y="2048046"/>
                <a:ext cx="108000" cy="1080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012EB3CB-FB29-0B3B-CF16-B17E58BF0F49}"/>
                </a:ext>
              </a:extLst>
            </p:cNvPr>
            <p:cNvSpPr/>
            <p:nvPr/>
          </p:nvSpPr>
          <p:spPr>
            <a:xfrm>
              <a:off x="7050037" y="5170163"/>
              <a:ext cx="431800" cy="43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8" name="TextBox 113">
            <a:extLst>
              <a:ext uri="{FF2B5EF4-FFF2-40B4-BE49-F238E27FC236}">
                <a16:creationId xmlns:a16="http://schemas.microsoft.com/office/drawing/2014/main" id="{9E74F3B3-2562-E18B-A559-A9CB100E7EE1}"/>
              </a:ext>
            </a:extLst>
          </p:cNvPr>
          <p:cNvSpPr txBox="1"/>
          <p:nvPr/>
        </p:nvSpPr>
        <p:spPr>
          <a:xfrm>
            <a:off x="6262682" y="3590430"/>
            <a:ext cx="5281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Start with your normal track cleaning process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706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9C4E-4215-5A82-F414-4EF0E448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535E8-A1CF-D67F-03FC-F5651ED8F0C6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B9FE4-5BBF-CD2F-0A77-DAD4D382963F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Data cleaning: how to handle irregular sampling?</a:t>
            </a:r>
          </a:p>
        </p:txBody>
      </p:sp>
      <p:sp>
        <p:nvSpPr>
          <p:cNvPr id="98" name="TextBox 113">
            <a:extLst>
              <a:ext uri="{FF2B5EF4-FFF2-40B4-BE49-F238E27FC236}">
                <a16:creationId xmlns:a16="http://schemas.microsoft.com/office/drawing/2014/main" id="{02C7C895-D4D9-CB8F-8530-7C947B782C82}"/>
              </a:ext>
            </a:extLst>
          </p:cNvPr>
          <p:cNvSpPr txBox="1"/>
          <p:nvPr/>
        </p:nvSpPr>
        <p:spPr>
          <a:xfrm>
            <a:off x="2833273" y="5522526"/>
            <a:ext cx="652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How bad are the irregularities?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0EA0DEE-EC5B-0840-7766-010F6C78B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77" y="3164687"/>
            <a:ext cx="7962066" cy="1633870"/>
          </a:xfrm>
          <a:prstGeom prst="rect">
            <a:avLst/>
          </a:prstGeom>
        </p:spPr>
      </p:pic>
      <p:sp>
        <p:nvSpPr>
          <p:cNvPr id="25" name="TextBox 113">
            <a:extLst>
              <a:ext uri="{FF2B5EF4-FFF2-40B4-BE49-F238E27FC236}">
                <a16:creationId xmlns:a16="http://schemas.microsoft.com/office/drawing/2014/main" id="{A47B7B52-1DFE-B185-B88A-955CA7F6EF02}"/>
              </a:ext>
            </a:extLst>
          </p:cNvPr>
          <p:cNvSpPr txBox="1"/>
          <p:nvPr/>
        </p:nvSpPr>
        <p:spPr>
          <a:xfrm rot="304715">
            <a:off x="2769706" y="3536702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113">
            <a:extLst>
              <a:ext uri="{FF2B5EF4-FFF2-40B4-BE49-F238E27FC236}">
                <a16:creationId xmlns:a16="http://schemas.microsoft.com/office/drawing/2014/main" id="{4F8B9E9D-86B6-BA16-A2C3-17B8ABC20EA5}"/>
              </a:ext>
            </a:extLst>
          </p:cNvPr>
          <p:cNvSpPr txBox="1"/>
          <p:nvPr/>
        </p:nvSpPr>
        <p:spPr>
          <a:xfrm rot="20426765">
            <a:off x="3756651" y="3367253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113">
            <a:extLst>
              <a:ext uri="{FF2B5EF4-FFF2-40B4-BE49-F238E27FC236}">
                <a16:creationId xmlns:a16="http://schemas.microsoft.com/office/drawing/2014/main" id="{6ED03A95-F85D-D0CC-95C4-A3A2EAFDD702}"/>
              </a:ext>
            </a:extLst>
          </p:cNvPr>
          <p:cNvSpPr txBox="1"/>
          <p:nvPr/>
        </p:nvSpPr>
        <p:spPr>
          <a:xfrm rot="311088">
            <a:off x="6532467" y="3570502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113">
            <a:extLst>
              <a:ext uri="{FF2B5EF4-FFF2-40B4-BE49-F238E27FC236}">
                <a16:creationId xmlns:a16="http://schemas.microsoft.com/office/drawing/2014/main" id="{AAF3F4C3-4070-5415-1409-53743E6B04CE}"/>
              </a:ext>
            </a:extLst>
          </p:cNvPr>
          <p:cNvSpPr txBox="1"/>
          <p:nvPr/>
        </p:nvSpPr>
        <p:spPr>
          <a:xfrm rot="3592518">
            <a:off x="7000098" y="4005645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113">
            <a:extLst>
              <a:ext uri="{FF2B5EF4-FFF2-40B4-BE49-F238E27FC236}">
                <a16:creationId xmlns:a16="http://schemas.microsoft.com/office/drawing/2014/main" id="{433B7238-9F1A-9C0B-1AE9-B3BAAD94348A}"/>
              </a:ext>
            </a:extLst>
          </p:cNvPr>
          <p:cNvSpPr txBox="1"/>
          <p:nvPr/>
        </p:nvSpPr>
        <p:spPr>
          <a:xfrm rot="351736">
            <a:off x="8441758" y="3893075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113">
            <a:extLst>
              <a:ext uri="{FF2B5EF4-FFF2-40B4-BE49-F238E27FC236}">
                <a16:creationId xmlns:a16="http://schemas.microsoft.com/office/drawing/2014/main" id="{C2BEC7F8-42DD-9D87-A326-25E5ECC082FE}"/>
              </a:ext>
            </a:extLst>
          </p:cNvPr>
          <p:cNvSpPr txBox="1"/>
          <p:nvPr/>
        </p:nvSpPr>
        <p:spPr>
          <a:xfrm rot="17784694">
            <a:off x="8817454" y="3173924"/>
            <a:ext cx="101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113">
            <a:extLst>
              <a:ext uri="{FF2B5EF4-FFF2-40B4-BE49-F238E27FC236}">
                <a16:creationId xmlns:a16="http://schemas.microsoft.com/office/drawing/2014/main" id="{39DB2EF8-5AAD-D299-6AD1-AD05494EF22D}"/>
              </a:ext>
            </a:extLst>
          </p:cNvPr>
          <p:cNvSpPr txBox="1"/>
          <p:nvPr/>
        </p:nvSpPr>
        <p:spPr>
          <a:xfrm rot="17545633">
            <a:off x="5377334" y="3269794"/>
            <a:ext cx="694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113">
            <a:extLst>
              <a:ext uri="{FF2B5EF4-FFF2-40B4-BE49-F238E27FC236}">
                <a16:creationId xmlns:a16="http://schemas.microsoft.com/office/drawing/2014/main" id="{AB2075AB-90FD-DAF9-D1EA-31E54A8BAF86}"/>
              </a:ext>
            </a:extLst>
          </p:cNvPr>
          <p:cNvSpPr txBox="1"/>
          <p:nvPr/>
        </p:nvSpPr>
        <p:spPr>
          <a:xfrm rot="1052944">
            <a:off x="4891124" y="4181774"/>
            <a:ext cx="885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?</a:t>
            </a:r>
            <a:endParaRPr lang="en-GB" sz="32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008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083B-69EA-1533-70CE-404FADD0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4CD48-8A2A-B491-E2FF-693AD8E0370A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EB314-5E51-4FFB-94E3-1721291BE14A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Data cleaning: how to handle irregular sampling?</a:t>
            </a:r>
          </a:p>
        </p:txBody>
      </p:sp>
      <p:sp>
        <p:nvSpPr>
          <p:cNvPr id="98" name="TextBox 113">
            <a:extLst>
              <a:ext uri="{FF2B5EF4-FFF2-40B4-BE49-F238E27FC236}">
                <a16:creationId xmlns:a16="http://schemas.microsoft.com/office/drawing/2014/main" id="{0DDD3E95-B26B-35ED-6B9F-FB79DFFE30D1}"/>
              </a:ext>
            </a:extLst>
          </p:cNvPr>
          <p:cNvSpPr txBox="1"/>
          <p:nvPr/>
        </p:nvSpPr>
        <p:spPr>
          <a:xfrm>
            <a:off x="2833273" y="5522526"/>
            <a:ext cx="652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Forget it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7274B4-41CD-6ED0-B453-E7AB6CBE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77" y="3072434"/>
            <a:ext cx="7962066" cy="19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64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81C8-E616-E8C3-45B1-9DB28B2E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F58B7-B6E8-0854-1A9B-52719BE59BBF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340BD-53B8-2519-BB9B-0CBDCB771161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Data cleaning: how to handle irregular sampling?</a:t>
            </a:r>
          </a:p>
        </p:txBody>
      </p:sp>
      <p:sp>
        <p:nvSpPr>
          <p:cNvPr id="98" name="TextBox 113">
            <a:extLst>
              <a:ext uri="{FF2B5EF4-FFF2-40B4-BE49-F238E27FC236}">
                <a16:creationId xmlns:a16="http://schemas.microsoft.com/office/drawing/2014/main" id="{94FCF0B3-D2CF-C9FB-6627-32842687D5CD}"/>
              </a:ext>
            </a:extLst>
          </p:cNvPr>
          <p:cNvSpPr txBox="1"/>
          <p:nvPr/>
        </p:nvSpPr>
        <p:spPr>
          <a:xfrm>
            <a:off x="2833273" y="5522526"/>
            <a:ext cx="652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We can work this out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2C91AD-2F35-3925-F75F-905195FFDC30}"/>
              </a:ext>
            </a:extLst>
          </p:cNvPr>
          <p:cNvGrpSpPr/>
          <p:nvPr/>
        </p:nvGrpSpPr>
        <p:grpSpPr>
          <a:xfrm>
            <a:off x="2063677" y="3035179"/>
            <a:ext cx="7962066" cy="1763378"/>
            <a:chOff x="2063677" y="3035179"/>
            <a:chExt cx="7962066" cy="1763378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190D0F2E-A3E8-7DE0-270C-E2C114336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677" y="3164687"/>
              <a:ext cx="7962066" cy="1633870"/>
            </a:xfrm>
            <a:prstGeom prst="rect">
              <a:avLst/>
            </a:prstGeom>
          </p:spPr>
        </p:pic>
        <p:sp>
          <p:nvSpPr>
            <p:cNvPr id="6" name="TextBox 113">
              <a:extLst>
                <a:ext uri="{FF2B5EF4-FFF2-40B4-BE49-F238E27FC236}">
                  <a16:creationId xmlns:a16="http://schemas.microsoft.com/office/drawing/2014/main" id="{83853313-DDD3-F3CE-C4AD-6C597FDBC40C}"/>
                </a:ext>
              </a:extLst>
            </p:cNvPr>
            <p:cNvSpPr txBox="1"/>
            <p:nvPr/>
          </p:nvSpPr>
          <p:spPr>
            <a:xfrm rot="304715">
              <a:off x="2653401" y="3468452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Box 113">
              <a:extLst>
                <a:ext uri="{FF2B5EF4-FFF2-40B4-BE49-F238E27FC236}">
                  <a16:creationId xmlns:a16="http://schemas.microsoft.com/office/drawing/2014/main" id="{06EA5CA5-D710-FB72-8C76-233912CAAA5D}"/>
                </a:ext>
              </a:extLst>
            </p:cNvPr>
            <p:cNvSpPr txBox="1"/>
            <p:nvPr/>
          </p:nvSpPr>
          <p:spPr>
            <a:xfrm rot="20426765">
              <a:off x="3638706" y="3398678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TextBox 113">
              <a:extLst>
                <a:ext uri="{FF2B5EF4-FFF2-40B4-BE49-F238E27FC236}">
                  <a16:creationId xmlns:a16="http://schemas.microsoft.com/office/drawing/2014/main" id="{5491F507-E90D-CB8B-AA5C-D5C32CD36715}"/>
                </a:ext>
              </a:extLst>
            </p:cNvPr>
            <p:cNvSpPr txBox="1"/>
            <p:nvPr/>
          </p:nvSpPr>
          <p:spPr>
            <a:xfrm rot="311088">
              <a:off x="6504314" y="3570502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9’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Box 113">
              <a:extLst>
                <a:ext uri="{FF2B5EF4-FFF2-40B4-BE49-F238E27FC236}">
                  <a16:creationId xmlns:a16="http://schemas.microsoft.com/office/drawing/2014/main" id="{73C9238E-7DDD-07E2-2114-64B2E9E7960A}"/>
                </a:ext>
              </a:extLst>
            </p:cNvPr>
            <p:cNvSpPr txBox="1"/>
            <p:nvPr/>
          </p:nvSpPr>
          <p:spPr>
            <a:xfrm rot="3592518">
              <a:off x="6951252" y="3893076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113">
              <a:extLst>
                <a:ext uri="{FF2B5EF4-FFF2-40B4-BE49-F238E27FC236}">
                  <a16:creationId xmlns:a16="http://schemas.microsoft.com/office/drawing/2014/main" id="{911069DE-7A72-18AC-86D9-D947977B9C30}"/>
                </a:ext>
              </a:extLst>
            </p:cNvPr>
            <p:cNvSpPr txBox="1"/>
            <p:nvPr/>
          </p:nvSpPr>
          <p:spPr>
            <a:xfrm rot="351736">
              <a:off x="8314862" y="3893076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20’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TextBox 113">
              <a:extLst>
                <a:ext uri="{FF2B5EF4-FFF2-40B4-BE49-F238E27FC236}">
                  <a16:creationId xmlns:a16="http://schemas.microsoft.com/office/drawing/2014/main" id="{C746939F-83C3-2099-70C2-1C6C59B1F3D6}"/>
                </a:ext>
              </a:extLst>
            </p:cNvPr>
            <p:cNvSpPr txBox="1"/>
            <p:nvPr/>
          </p:nvSpPr>
          <p:spPr>
            <a:xfrm rot="17784694">
              <a:off x="8817317" y="3250846"/>
              <a:ext cx="10161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extBox 113">
              <a:extLst>
                <a:ext uri="{FF2B5EF4-FFF2-40B4-BE49-F238E27FC236}">
                  <a16:creationId xmlns:a16="http://schemas.microsoft.com/office/drawing/2014/main" id="{6A03BA25-B11D-836D-067F-A8325064D632}"/>
                </a:ext>
              </a:extLst>
            </p:cNvPr>
            <p:cNvSpPr txBox="1"/>
            <p:nvPr/>
          </p:nvSpPr>
          <p:spPr>
            <a:xfrm rot="17545633">
              <a:off x="5307349" y="3367252"/>
              <a:ext cx="694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10’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13">
              <a:extLst>
                <a:ext uri="{FF2B5EF4-FFF2-40B4-BE49-F238E27FC236}">
                  <a16:creationId xmlns:a16="http://schemas.microsoft.com/office/drawing/2014/main" id="{874C425B-5BF1-C17E-B5C7-4498BF06EF2D}"/>
                </a:ext>
              </a:extLst>
            </p:cNvPr>
            <p:cNvSpPr txBox="1"/>
            <p:nvPr/>
          </p:nvSpPr>
          <p:spPr>
            <a:xfrm rot="1052944">
              <a:off x="4776511" y="4186017"/>
              <a:ext cx="885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rPr>
                <a:t>11’</a:t>
              </a:r>
              <a:endParaRPr lang="en-GB" sz="3200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889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8BF1-261E-AA3F-DCD0-90789FFA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91375-92F3-177C-377F-32B754795B03}"/>
              </a:ext>
            </a:extLst>
          </p:cNvPr>
          <p:cNvSpPr txBox="1"/>
          <p:nvPr/>
        </p:nvSpPr>
        <p:spPr>
          <a:xfrm>
            <a:off x="462116" y="471943"/>
            <a:ext cx="9563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1. Cleaning &amp; visualizing data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59572-DE7B-D2E9-E3F7-5BE7986A30A0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From locations to steps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D90D37-2612-CC56-AA4C-2B041CBC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59" y="2768665"/>
            <a:ext cx="2622000" cy="3503200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31CD2493-14C8-0797-8A08-DBF39DE5336B}"/>
              </a:ext>
            </a:extLst>
          </p:cNvPr>
          <p:cNvSpPr/>
          <p:nvPr/>
        </p:nvSpPr>
        <p:spPr>
          <a:xfrm>
            <a:off x="5366451" y="4297373"/>
            <a:ext cx="682388" cy="445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381A66-449D-EE48-8C54-D69419C6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31" y="2654474"/>
            <a:ext cx="3489401" cy="3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43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D921-3548-61D7-74DF-0EEA8454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1EB45-EC6F-ECA7-7F79-0676B5AA6380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2. Choosing the movement kernel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77289-4B45-7259-89A5-C6A1B1D5256B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does our step length distribution look like?</a:t>
            </a:r>
          </a:p>
        </p:txBody>
      </p:sp>
      <p:pic>
        <p:nvPicPr>
          <p:cNvPr id="4" name="Imagen 67">
            <a:extLst>
              <a:ext uri="{FF2B5EF4-FFF2-40B4-BE49-F238E27FC236}">
                <a16:creationId xmlns:a16="http://schemas.microsoft.com/office/drawing/2014/main" id="{6924A101-D029-B15F-C277-5A1B942E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254" y="2778989"/>
            <a:ext cx="5409461" cy="3276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78EABA-0205-F9FA-D9E0-056A7FD83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95" y="4688790"/>
            <a:ext cx="2568866" cy="2053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729613-337B-6A2C-DE29-9AEA20627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95" y="2643953"/>
            <a:ext cx="2568866" cy="20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352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4442-4D5E-91D1-34C4-D3F6F7E7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C10FDB-6705-DCAC-7E7A-8A4F7643C2DF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2. Choosing the movement kernel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50656-E254-2F6D-178B-8A56223B22A2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 the selection biased movement kernel</a:t>
            </a:r>
          </a:p>
        </p:txBody>
      </p:sp>
      <p:pic>
        <p:nvPicPr>
          <p:cNvPr id="4" name="Imagen 67">
            <a:extLst>
              <a:ext uri="{FF2B5EF4-FFF2-40B4-BE49-F238E27FC236}">
                <a16:creationId xmlns:a16="http://schemas.microsoft.com/office/drawing/2014/main" id="{E17BDDB6-D718-796B-894D-A0A5B05E1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81" y="2560625"/>
            <a:ext cx="5409461" cy="3276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E7F235-4225-2A83-7C81-971BA7B3D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804" y="2932165"/>
            <a:ext cx="3812459" cy="30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76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3958-AD66-3FD0-720B-D7F5E909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7860E-4AA5-B58F-5251-5789D4D669BB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3. Generate random steps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804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C477-70CA-A3F8-A074-52B9D2E3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A2C213-3151-9C44-C52E-FE5625B9042F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3. Generate random steps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C21D0-CBB7-077F-63F0-8113D4368AF5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Draw steps from the (biased) movement kernel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F7D1E-72B8-6C61-C5DD-30F023F52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" y="2402398"/>
            <a:ext cx="2568866" cy="2053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08BEA-AE46-4C0B-331B-54164E2CE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52" y="4417283"/>
            <a:ext cx="2616803" cy="218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EB8D42-7691-138A-CB32-0AACA2834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13" y="2704207"/>
            <a:ext cx="7067530" cy="371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19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DA08F-3996-00A0-3AC0-8567738B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FDA7D-040A-5DD6-C890-66EACA3F7A75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3. Generate random steps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8B3E9-87A4-7AA5-4687-67066BD1282B}"/>
              </a:ext>
            </a:extLst>
          </p:cNvPr>
          <p:cNvSpPr txBox="1"/>
          <p:nvPr/>
        </p:nvSpPr>
        <p:spPr>
          <a:xfrm>
            <a:off x="737421" y="1794387"/>
            <a:ext cx="1096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Extract covariate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52D4D-C81D-D4E5-CF82-FCC2B319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31" y="2575615"/>
            <a:ext cx="9289701" cy="390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046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66FF-92BA-D249-6C81-62489741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3C6FB-CD87-958A-0661-80106110B904}"/>
              </a:ext>
            </a:extLst>
          </p:cNvPr>
          <p:cNvSpPr txBox="1"/>
          <p:nvPr/>
        </p:nvSpPr>
        <p:spPr>
          <a:xfrm>
            <a:off x="462116" y="471943"/>
            <a:ext cx="1142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38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488D4-AD58-9C63-77B4-6E9F2736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ECDA8-1647-770C-5BA8-A47B1952FA69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EDB3D-C780-4FF4-B420-DA7B333A78C9}"/>
              </a:ext>
            </a:extLst>
          </p:cNvPr>
          <p:cNvSpPr txBox="1"/>
          <p:nvPr/>
        </p:nvSpPr>
        <p:spPr>
          <a:xfrm>
            <a:off x="737420" y="1794387"/>
            <a:ext cx="784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D8F7D5DC-5A71-70C6-72E2-E9FDC5675D60}"/>
                  </a:ext>
                </a:extLst>
              </p:cNvPr>
              <p:cNvSpPr txBox="1"/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E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VMises</m:t>
                              </m:r>
                              <m:d>
                                <m:dPr>
                                  <m:ctrlPr>
                                    <a:rPr lang="es-ES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400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sel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40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VMises</m:t>
                                  </m:r>
                                  <m:d>
                                    <m:d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sel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D8F7D5DC-5A71-70C6-72E2-E9FDC567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4C5FF-F3AE-5424-186F-471BFD9C65EB}"/>
                  </a:ext>
                </a:extLst>
              </p:cNvPr>
              <p:cNvSpPr txBox="1"/>
              <p:nvPr/>
            </p:nvSpPr>
            <p:spPr>
              <a:xfrm>
                <a:off x="462116" y="4725717"/>
                <a:ext cx="693391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N = total steps in our track</a:t>
                </a:r>
              </a:p>
              <a:p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K = simulated steps per real step</a:t>
                </a: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κ</m:t>
                    </m:r>
                  </m:oMath>
                </a14:m>
                <a:r>
                  <a:rPr lang="en-GB" sz="2800" dirty="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λ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=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parameters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of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the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movement</m:t>
                    </m:r>
                    <m:r>
                      <a:rPr lang="es-ES" sz="2800">
                        <a:solidFill>
                          <a:srgbClr val="E6E6E6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s-ES" sz="2800">
                        <a:solidFill>
                          <a:srgbClr val="E6E6E6"/>
                        </a:solidFill>
                      </a:rPr>
                      <m:t>kernel</m:t>
                    </m:r>
                  </m:oMath>
                </a14:m>
                <a:endParaRPr lang="es-ES" sz="280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>
                        <a:solidFill>
                          <a:srgbClr val="E6E6E6"/>
                        </a:solidFill>
                      </a:rPr>
                      <m:t>β</m:t>
                    </m:r>
                  </m:oMath>
                </a14:m>
                <a:r>
                  <a:rPr lang="en-GB" sz="2800" dirty="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>
                    <a:solidFill>
                      <a:srgbClr val="E6E6E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Segoe UI" panose="020B0502040204020203" pitchFamily="34" charset="0"/>
                  </a:rPr>
                  <a:t>= parameters of the selection kernel</a:t>
                </a:r>
                <a:endParaRPr lang="en-GB" sz="2800" dirty="0">
                  <a:solidFill>
                    <a:srgbClr val="E6E6E6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14C5FF-F3AE-5424-186F-471BFD9C6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6" y="4725717"/>
                <a:ext cx="6933914" cy="1815882"/>
              </a:xfrm>
              <a:prstGeom prst="rect">
                <a:avLst/>
              </a:prstGeom>
              <a:blipFill>
                <a:blip r:embed="rId4"/>
                <a:stretch>
                  <a:fillRect l="-1847" t="-3356" b="-83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354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FAFE-22F8-3684-8A90-FC1920A5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33A6D-11D2-1768-E5DF-A75733C3AB6A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61428-3245-633D-E4DA-614A945D05B1}"/>
              </a:ext>
            </a:extLst>
          </p:cNvPr>
          <p:cNvSpPr txBox="1"/>
          <p:nvPr/>
        </p:nvSpPr>
        <p:spPr>
          <a:xfrm>
            <a:off x="737420" y="1794387"/>
            <a:ext cx="784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likelikhood function of an SSF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75926771-579C-DB2C-B5B2-740D2A9C2E57}"/>
                  </a:ext>
                </a:extLst>
              </p:cNvPr>
              <p:cNvSpPr txBox="1"/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E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VMises</m:t>
                              </m:r>
                              <m:d>
                                <m:dPr>
                                  <m:ctrlPr>
                                    <a:rPr lang="es-ES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400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sel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40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VMises</m:t>
                                  </m:r>
                                  <m:d>
                                    <m:d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sel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75926771-579C-DB2C-B5B2-740D2A9C2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3289"/>
                <a:ext cx="12192000" cy="17956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B2B9DED-9925-B809-B5C1-28066F76472E}"/>
              </a:ext>
            </a:extLst>
          </p:cNvPr>
          <p:cNvSpPr txBox="1"/>
          <p:nvPr/>
        </p:nvSpPr>
        <p:spPr>
          <a:xfrm>
            <a:off x="1633182" y="5333748"/>
            <a:ext cx="8925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selection kernel is always exponential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31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04BD-10B3-7A57-4569-A138DB65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419DE-FAE4-E848-2CA4-65A9B43DC21B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9EEBC-6319-6616-497E-AB2E5D13B3A4}"/>
              </a:ext>
            </a:extLst>
          </p:cNvPr>
          <p:cNvSpPr txBox="1"/>
          <p:nvPr/>
        </p:nvSpPr>
        <p:spPr>
          <a:xfrm>
            <a:off x="737421" y="1794387"/>
            <a:ext cx="693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the SSF actually looks like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E227175-5E66-0C28-02EF-9502E9B32356}"/>
                  </a:ext>
                </a:extLst>
              </p:cNvPr>
              <p:cNvSpPr txBox="1"/>
              <p:nvPr/>
            </p:nvSpPr>
            <p:spPr>
              <a:xfrm>
                <a:off x="-1028132" y="3292522"/>
                <a:ext cx="14248263" cy="29710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400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s-ES" sz="400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s-ES" sz="4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4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</m:t>
                              </m:r>
                              <m:d>
                                <m:dPr>
                                  <m:ctrlPr>
                                    <a:rPr lang="es-ES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ta</m:t>
                                  </m:r>
                                  <m:r>
                                    <a:rPr lang="es-ES" sz="40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s-ES" sz="40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  <m:r>
                                <a:rPr lang="es-ES" sz="40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hab</m:t>
                                      </m:r>
                                    </m:sub>
                                  </m:sSub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hab</m:t>
                                  </m:r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sl</m:t>
                                      </m:r>
                                    </m:sub>
                                  </m:sSub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sl</m:t>
                                  </m:r>
                                  <m:r>
                                    <a:rPr lang="es-ES" sz="40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+</m:t>
                                  </m:r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</m:sub>
                                  </m:sSub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ta</m:t>
                                  </m:r>
                                  <m:r>
                                    <a:rPr lang="es-ES" sz="40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40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</m:t>
                                  </m:r>
                                  <m:d>
                                    <m:d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|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4000" b="0" i="1" smtClean="0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sl</m:t>
                                  </m:r>
                                  <m:r>
                                    <a:rPr lang="es-ES" sz="4000" b="0" i="1" smtClean="0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40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hab</m:t>
                                          </m:r>
                                        </m:sub>
                                      </m:sSub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hab</m:t>
                                      </m:r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</m:t>
                                      </m:r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40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sl</m:t>
                                          </m:r>
                                        </m:sub>
                                      </m:sSub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sl</m:t>
                                      </m:r>
                                      <m:r>
                                        <a:rPr lang="es-ES" sz="40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</m:t>
                                      </m:r>
                                      <m:sSub>
                                        <m:sSubPr>
                                          <m:ctrl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40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ta</m:t>
                                          </m:r>
                                        </m:sub>
                                      </m:sSub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  <m:r>
                                        <a:rPr lang="es-ES" sz="40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E227175-5E66-0C28-02EF-9502E9B32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8132" y="3292522"/>
                <a:ext cx="14248263" cy="29710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0053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692E-74B8-981F-6183-B0159D29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9AF13-F474-211E-147A-3BC99EA19F2B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A9806-5A77-7257-CD43-4AB5FBE5D3D9}"/>
              </a:ext>
            </a:extLst>
          </p:cNvPr>
          <p:cNvSpPr txBox="1"/>
          <p:nvPr/>
        </p:nvSpPr>
        <p:spPr>
          <a:xfrm>
            <a:off x="737421" y="1794387"/>
            <a:ext cx="6933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the SSF actually looks like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BD3BAA18-BA6B-C461-19E5-DDBE2C642ADE}"/>
                  </a:ext>
                </a:extLst>
              </p:cNvPr>
              <p:cNvSpPr txBox="1"/>
              <p:nvPr/>
            </p:nvSpPr>
            <p:spPr>
              <a:xfrm>
                <a:off x="-1028132" y="3429000"/>
                <a:ext cx="14248263" cy="2673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step</m:t>
                          </m:r>
                        </m:e>
                      </m:d>
                      <m:r>
                        <a:rPr lang="es-E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360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s-ES" sz="360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s-E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s-E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s-E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ES" sz="36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VMises</m:t>
                              </m:r>
                              <m:d>
                                <m:dPr>
                                  <m:ctrlPr>
                                    <a:rPr lang="es-ES" sz="36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ta</m:t>
                                  </m:r>
                                  <m:r>
                                    <a:rPr lang="es-ES" sz="3600" b="0" i="1" smtClean="0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3600" i="1">
                                      <a:solidFill>
                                        <a:srgbClr val="FFFF7D"/>
                                      </a:solidFill>
                                      <a:latin typeface="Cambria Math" panose="02040503050406030204" pitchFamily="18" charset="0"/>
                                    </a:rPr>
                                    <m:t>κ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s-ES" sz="36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ES" sz="36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s-ES" sz="36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  <m:r>
                                <a:rPr lang="es-ES" sz="3600" b="0" i="1" smtClean="0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l-GR" sz="36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s-ES" sz="36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s-ES" sz="36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36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hab</m:t>
                                      </m:r>
                                    </m:sub>
                                  </m:sSub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hab</m:t>
                                  </m:r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sl</m:t>
                                      </m:r>
                                    </m:sub>
                                  </m:sSub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sl</m:t>
                                  </m:r>
                                  <m:r>
                                    <a:rPr lang="es-ES" sz="3600" i="1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+</m:t>
                                  </m:r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3600" i="1">
                                          <a:solidFill>
                                            <a:srgbClr val="FF97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</m:sub>
                                  </m:sSub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ta</m:t>
                                  </m:r>
                                  <m:r>
                                    <a:rPr lang="es-ES" sz="3600" b="0" i="1" smtClean="0">
                                      <a:solidFill>
                                        <a:srgbClr val="FF979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s-ES" sz="360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sz="36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chemeClr val="accent1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VMises</m:t>
                                  </m:r>
                                  <m:d>
                                    <m:dPr>
                                      <m:ctrlPr>
                                        <a:rPr lang="es-ES" sz="36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|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36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κ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s-ES" sz="36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s-ES" sz="36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3600" b="0" i="1" smtClean="0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sl</m:t>
                                  </m:r>
                                  <m:r>
                                    <a:rPr lang="es-ES" sz="3600" b="0" i="1" smtClean="0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36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a:rPr lang="es-ES" sz="3600" i="1">
                                      <a:solidFill>
                                        <a:schemeClr val="tx2">
                                          <a:lumMod val="10000"/>
                                          <a:lumOff val="9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ES" sz="36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36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hab</m:t>
                                          </m:r>
                                        </m:sub>
                                      </m:sSub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hab</m:t>
                                      </m:r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</m:t>
                                      </m:r>
                                      <m:sSub>
                                        <m:sSubPr>
                                          <m:ctrl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3600" b="0" i="1" smtClean="0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sl</m:t>
                                          </m:r>
                                        </m:sub>
                                      </m:sSub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sl</m:t>
                                      </m:r>
                                      <m:r>
                                        <a:rPr lang="es-ES" sz="3600" i="1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</m:t>
                                      </m:r>
                                      <m:sSub>
                                        <m:sSubPr>
                                          <m:ctrl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3600" i="1">
                                              <a:solidFill>
                                                <a:schemeClr val="tx2">
                                                  <a:lumMod val="10000"/>
                                                  <a:lumOff val="9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ta</m:t>
                                          </m:r>
                                        </m:sub>
                                      </m:sSub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</m:t>
                                      </m:r>
                                      <m:r>
                                        <a:rPr lang="es-ES" sz="3600" b="0" i="1" smtClean="0">
                                          <a:solidFill>
                                            <a:schemeClr val="tx2">
                                              <a:lumMod val="10000"/>
                                              <a:lumOff val="9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s-E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BD3BAA18-BA6B-C461-19E5-DDBE2C642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8132" y="3429000"/>
                <a:ext cx="14248263" cy="2673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7">
            <a:extLst>
              <a:ext uri="{FF2B5EF4-FFF2-40B4-BE49-F238E27FC236}">
                <a16:creationId xmlns:a16="http://schemas.microsoft.com/office/drawing/2014/main" id="{524B1E1D-7A1D-C1B3-52E5-7BFF910021A0}"/>
              </a:ext>
            </a:extLst>
          </p:cNvPr>
          <p:cNvSpPr txBox="1"/>
          <p:nvPr/>
        </p:nvSpPr>
        <p:spPr>
          <a:xfrm>
            <a:off x="7772621" y="2769302"/>
            <a:ext cx="28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>
                <a:solidFill>
                  <a:schemeClr val="bg1">
                    <a:lumMod val="95000"/>
                  </a:schemeClr>
                </a:solidFill>
              </a:rPr>
              <a:t>What’s this???</a:t>
            </a:r>
            <a:endParaRPr lang="es-E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4E311182-A428-952B-295F-09331A934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59255" flipH="1">
            <a:off x="8911220" y="3387852"/>
            <a:ext cx="759958" cy="1333520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7" name="CuadroTexto 7">
            <a:extLst>
              <a:ext uri="{FF2B5EF4-FFF2-40B4-BE49-F238E27FC236}">
                <a16:creationId xmlns:a16="http://schemas.microsoft.com/office/drawing/2014/main" id="{9EE6839A-ED2E-FBF2-989B-25148B83B7E4}"/>
              </a:ext>
            </a:extLst>
          </p:cNvPr>
          <p:cNvSpPr txBox="1"/>
          <p:nvPr/>
        </p:nvSpPr>
        <p:spPr>
          <a:xfrm>
            <a:off x="9607593" y="3393265"/>
            <a:ext cx="28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>
                <a:solidFill>
                  <a:schemeClr val="bg1">
                    <a:lumMod val="95000"/>
                  </a:schemeClr>
                </a:solidFill>
              </a:rPr>
              <a:t>What’s that???</a:t>
            </a:r>
            <a:endParaRPr lang="es-E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49751E1B-845A-B87D-D0C3-65C1BC6DE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691034" flipH="1">
            <a:off x="10662684" y="3778578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669482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F91E-4C08-548A-F9E5-5254697E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AFA04-0C31-BFE5-46AC-65C1097E980D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E0364-9194-929C-B606-FF993B75D299}"/>
              </a:ext>
            </a:extLst>
          </p:cNvPr>
          <p:cNvSpPr txBox="1"/>
          <p:nvPr/>
        </p:nvSpPr>
        <p:spPr>
          <a:xfrm>
            <a:off x="737421" y="1794387"/>
            <a:ext cx="10167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Obtaining the unbiased movement kernel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12">
                <a:extLst>
                  <a:ext uri="{FF2B5EF4-FFF2-40B4-BE49-F238E27FC236}">
                    <a16:creationId xmlns:a16="http://schemas.microsoft.com/office/drawing/2014/main" id="{DE9FA861-0855-082F-B093-450567D19888}"/>
                  </a:ext>
                </a:extLst>
              </p:cNvPr>
              <p:cNvSpPr txBox="1"/>
              <p:nvPr/>
            </p:nvSpPr>
            <p:spPr>
              <a:xfrm>
                <a:off x="2088106" y="3356321"/>
                <a:ext cx="9416956" cy="644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VMises</m:t>
                      </m:r>
                      <m:d>
                        <m:d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</m:d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hab</m:t>
                              </m:r>
                            </m:sub>
                          </m:sSub>
                          <m:r>
                            <a:rPr lang="es-ES" sz="4000" b="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40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</m:sub>
                          </m:sSub>
                          <m: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es-ES" sz="4000" b="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ta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CuadroTexto 12">
                <a:extLst>
                  <a:ext uri="{FF2B5EF4-FFF2-40B4-BE49-F238E27FC236}">
                    <a16:creationId xmlns:a16="http://schemas.microsoft.com/office/drawing/2014/main" id="{DE9FA861-0855-082F-B093-450567D1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106" y="3356321"/>
                <a:ext cx="9416956" cy="644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12">
                <a:extLst>
                  <a:ext uri="{FF2B5EF4-FFF2-40B4-BE49-F238E27FC236}">
                    <a16:creationId xmlns:a16="http://schemas.microsoft.com/office/drawing/2014/main" id="{E1A77B9F-6284-0F2E-B96B-DB4EEACD8576}"/>
                  </a:ext>
                </a:extLst>
              </p:cNvPr>
              <p:cNvSpPr txBox="1"/>
              <p:nvPr/>
            </p:nvSpPr>
            <p:spPr>
              <a:xfrm>
                <a:off x="1924334" y="5260630"/>
                <a:ext cx="9744501" cy="644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VMises</m:t>
                      </m:r>
                      <m:d>
                        <m:d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ta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hab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uadroTexto 12">
                <a:extLst>
                  <a:ext uri="{FF2B5EF4-FFF2-40B4-BE49-F238E27FC236}">
                    <a16:creationId xmlns:a16="http://schemas.microsoft.com/office/drawing/2014/main" id="{E1A77B9F-6284-0F2E-B96B-DB4EEACD8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34" y="5260630"/>
                <a:ext cx="9744501" cy="6449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089E29D-9B79-4B6F-804B-D8F0546317D8}"/>
              </a:ext>
            </a:extLst>
          </p:cNvPr>
          <p:cNvSpPr txBox="1"/>
          <p:nvPr/>
        </p:nvSpPr>
        <p:spPr>
          <a:xfrm>
            <a:off x="6245208" y="4390645"/>
            <a:ext cx="110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=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6151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1CC0-233F-C674-4536-CEF399BB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1AF01-76F1-8ECC-CFD3-15C6C18C3725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E0808-3326-5E3E-CD80-BA4053DBB091}"/>
              </a:ext>
            </a:extLst>
          </p:cNvPr>
          <p:cNvSpPr txBox="1"/>
          <p:nvPr/>
        </p:nvSpPr>
        <p:spPr>
          <a:xfrm>
            <a:off x="737420" y="1794387"/>
            <a:ext cx="941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Obtaining the unbiased movement kernel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C355172-590B-0634-ADD0-BF17C9242C66}"/>
                  </a:ext>
                </a:extLst>
              </p:cNvPr>
              <p:cNvSpPr txBox="1"/>
              <p:nvPr/>
            </p:nvSpPr>
            <p:spPr>
              <a:xfrm>
                <a:off x="2088106" y="3356321"/>
                <a:ext cx="9416956" cy="644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VMises</m:t>
                      </m:r>
                      <m:d>
                        <m:d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</m:d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hab</m:t>
                              </m:r>
                            </m:sub>
                          </m:sSub>
                          <m:r>
                            <a:rPr lang="es-ES" sz="4000" b="0" i="1" smtClean="0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4000" b="0" i="1" smtClean="0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sl</m:t>
                              </m:r>
                            </m:sub>
                          </m:sSub>
                          <m: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ta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9C355172-590B-0634-ADD0-BF17C9242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106" y="3356321"/>
                <a:ext cx="9416956" cy="644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A1FDF737-6716-F1B2-75EB-D6270F8E5CFB}"/>
                  </a:ext>
                </a:extLst>
              </p:cNvPr>
              <p:cNvSpPr txBox="1"/>
              <p:nvPr/>
            </p:nvSpPr>
            <p:spPr>
              <a:xfrm>
                <a:off x="1924334" y="5260630"/>
                <a:ext cx="9744501" cy="644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VMises</m:t>
                      </m:r>
                      <m:d>
                        <m:d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FF7D"/>
                                  </a:solidFill>
                                  <a:latin typeface="Cambria Math" panose="02040503050406030204" pitchFamily="18" charset="0"/>
                                </a:rPr>
                                <m:t>ta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9797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4000" i="1">
                                  <a:solidFill>
                                    <a:srgbClr val="FF9797"/>
                                  </a:solidFill>
                                  <a:latin typeface="Cambria Math" panose="02040503050406030204" pitchFamily="18" charset="0"/>
                                </a:rPr>
                                <m:t>hab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A1FDF737-6716-F1B2-75EB-D6270F8E5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34" y="5260630"/>
                <a:ext cx="9744501" cy="6449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56CB5DC-B5E3-2597-C79B-2293DCA3E345}"/>
              </a:ext>
            </a:extLst>
          </p:cNvPr>
          <p:cNvSpPr txBox="1"/>
          <p:nvPr/>
        </p:nvSpPr>
        <p:spPr>
          <a:xfrm>
            <a:off x="6245208" y="4390645"/>
            <a:ext cx="110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=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FAEF178B-C98E-4C76-6ED2-A6EFA132B06D}"/>
              </a:ext>
            </a:extLst>
          </p:cNvPr>
          <p:cNvSpPr txBox="1"/>
          <p:nvPr/>
        </p:nvSpPr>
        <p:spPr>
          <a:xfrm>
            <a:off x="266001" y="3335993"/>
            <a:ext cx="2497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chemeClr val="bg1">
                    <a:lumMod val="95000"/>
                  </a:schemeClr>
                </a:solidFill>
              </a:rPr>
              <a:t>Biased movement kernel</a:t>
            </a:r>
            <a:endParaRPr lang="es-E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uadroTexto 7">
            <a:extLst>
              <a:ext uri="{FF2B5EF4-FFF2-40B4-BE49-F238E27FC236}">
                <a16:creationId xmlns:a16="http://schemas.microsoft.com/office/drawing/2014/main" id="{117B7895-E5FE-C048-6A32-9C596449D3BA}"/>
              </a:ext>
            </a:extLst>
          </p:cNvPr>
          <p:cNvSpPr txBox="1"/>
          <p:nvPr/>
        </p:nvSpPr>
        <p:spPr>
          <a:xfrm>
            <a:off x="218368" y="5074618"/>
            <a:ext cx="2497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chemeClr val="bg1">
                    <a:lumMod val="95000"/>
                  </a:schemeClr>
                </a:solidFill>
              </a:rPr>
              <a:t>Unbiased movement kernel</a:t>
            </a:r>
            <a:endParaRPr lang="es-E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7254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8BA0-9C8B-23A1-1D9B-9479A57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5D29BF-C80A-8221-023A-69E787D82823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1FCE5-3244-67A3-EEF9-5B791690A1E7}"/>
              </a:ext>
            </a:extLst>
          </p:cNvPr>
          <p:cNvSpPr txBox="1"/>
          <p:nvPr/>
        </p:nvSpPr>
        <p:spPr>
          <a:xfrm>
            <a:off x="737421" y="1794387"/>
            <a:ext cx="1023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Obtaining the unbiased movement kernel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755F10B6-2B16-59FD-F45F-F75BC050959F}"/>
                  </a:ext>
                </a:extLst>
              </p:cNvPr>
              <p:cNvSpPr txBox="1"/>
              <p:nvPr/>
            </p:nvSpPr>
            <p:spPr>
              <a:xfrm>
                <a:off x="1387522" y="2932165"/>
                <a:ext cx="941695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40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unbiased</m:t>
                          </m:r>
                        </m:sub>
                      </m:sSub>
                      <m:r>
                        <a:rPr lang="es-ES" sz="4000" b="0" i="0" smtClean="0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biased</m:t>
                          </m:r>
                        </m:sub>
                      </m:sSub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ta</m:t>
                          </m:r>
                        </m:sub>
                      </m:sSub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755F10B6-2B16-59FD-F45F-F75BC0509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522" y="2932165"/>
                <a:ext cx="9416956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886E4FFC-87A3-F030-F214-0CC5AFD740CB}"/>
                  </a:ext>
                </a:extLst>
              </p:cNvPr>
              <p:cNvSpPr txBox="1"/>
              <p:nvPr/>
            </p:nvSpPr>
            <p:spPr>
              <a:xfrm>
                <a:off x="1223750" y="4836474"/>
                <a:ext cx="974450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40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unbiased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biased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b>
                      </m:sSub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886E4FFC-87A3-F030-F214-0CC5AFD7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750" y="4836474"/>
                <a:ext cx="9744501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3B2F9D6-8ED2-CAB6-F518-3CD8F81D1964}"/>
              </a:ext>
            </a:extLst>
          </p:cNvPr>
          <p:cNvSpPr txBox="1"/>
          <p:nvPr/>
        </p:nvSpPr>
        <p:spPr>
          <a:xfrm>
            <a:off x="5544624" y="3966489"/>
            <a:ext cx="110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=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46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1EDF-0829-5A08-8695-4438C2F5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0577082E-4B11-F149-3F1F-FB13E5851A77}"/>
                  </a:ext>
                </a:extLst>
              </p:cNvPr>
              <p:cNvSpPr txBox="1"/>
              <p:nvPr/>
            </p:nvSpPr>
            <p:spPr>
              <a:xfrm>
                <a:off x="1387522" y="2932165"/>
                <a:ext cx="941695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40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unbiased</m:t>
                          </m:r>
                        </m:sub>
                      </m:sSub>
                      <m:r>
                        <a:rPr lang="es-ES" sz="4000" b="0" i="0" smtClean="0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biased</m:t>
                          </m:r>
                        </m:sub>
                      </m:sSub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ta</m:t>
                          </m:r>
                        </m:sub>
                      </m:sSub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uadroTexto 12">
                <a:extLst>
                  <a:ext uri="{FF2B5EF4-FFF2-40B4-BE49-F238E27FC236}">
                    <a16:creationId xmlns:a16="http://schemas.microsoft.com/office/drawing/2014/main" id="{0577082E-4B11-F149-3F1F-FB13E5851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522" y="2932165"/>
                <a:ext cx="9416956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0F874C74-AE06-B668-5E9E-BA49636F673B}"/>
                  </a:ext>
                </a:extLst>
              </p:cNvPr>
              <p:cNvSpPr txBox="1"/>
              <p:nvPr/>
            </p:nvSpPr>
            <p:spPr>
              <a:xfrm>
                <a:off x="1223750" y="4836474"/>
                <a:ext cx="974450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400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b="0" i="1" smtClean="0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unbiased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biased</m:t>
                          </m:r>
                        </m:sub>
                      </m:sSub>
                      <m:r>
                        <a:rPr lang="es-ES" sz="4000" i="1">
                          <a:solidFill>
                            <a:srgbClr val="FFFF7D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4000" i="1">
                              <a:solidFill>
                                <a:srgbClr val="FFFF7D"/>
                              </a:solidFill>
                              <a:latin typeface="Cambria Math" panose="02040503050406030204" pitchFamily="18" charset="0"/>
                            </a:rPr>
                            <m:t>sl</m:t>
                          </m:r>
                        </m:sub>
                      </m:sSub>
                    </m:oMath>
                  </m:oMathPara>
                </a14:m>
                <a:endParaRPr lang="es-ES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CuadroTexto 12">
                <a:extLst>
                  <a:ext uri="{FF2B5EF4-FFF2-40B4-BE49-F238E27FC236}">
                    <a16:creationId xmlns:a16="http://schemas.microsoft.com/office/drawing/2014/main" id="{0F874C74-AE06-B668-5E9E-BA49636F6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750" y="4836474"/>
                <a:ext cx="9744501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68D52FF-CC22-7F51-CAD2-D8E59E4B695C}"/>
              </a:ext>
            </a:extLst>
          </p:cNvPr>
          <p:cNvSpPr txBox="1"/>
          <p:nvPr/>
        </p:nvSpPr>
        <p:spPr>
          <a:xfrm>
            <a:off x="5544624" y="3966489"/>
            <a:ext cx="110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=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6A26C-6E08-64F8-C5D8-8DE567717A03}"/>
              </a:ext>
            </a:extLst>
          </p:cNvPr>
          <p:cNvSpPr/>
          <p:nvPr/>
        </p:nvSpPr>
        <p:spPr>
          <a:xfrm>
            <a:off x="5482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95000"/>
                </a:schemeClr>
              </a:gs>
              <a:gs pos="100000">
                <a:schemeClr val="tx1">
                  <a:alpha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E0E20-B45D-4102-4C19-305BA6CF8FEE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38E00-6469-CEA6-391F-46A365243BC2}"/>
              </a:ext>
            </a:extLst>
          </p:cNvPr>
          <p:cNvSpPr txBox="1"/>
          <p:nvPr/>
        </p:nvSpPr>
        <p:spPr>
          <a:xfrm>
            <a:off x="737420" y="1794387"/>
            <a:ext cx="1006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Obtaining the unbiased movement kernel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152C0-9B7A-39A3-6F87-820B7D5809C3}"/>
              </a:ext>
            </a:extLst>
          </p:cNvPr>
          <p:cNvSpPr txBox="1"/>
          <p:nvPr/>
        </p:nvSpPr>
        <p:spPr>
          <a:xfrm>
            <a:off x="1700351" y="3314933"/>
            <a:ext cx="91041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Parameters can be adjusted as long as the step length and turning angle distributions belong to the exponential </a:t>
            </a:r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family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862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D5F8-9295-A9D1-BC0D-BE2E637F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1AE26-DCA6-857C-38CE-070522880B5D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58FC0-1DC9-7F79-B4AE-019DB799C68C}"/>
              </a:ext>
            </a:extLst>
          </p:cNvPr>
          <p:cNvSpPr txBox="1"/>
          <p:nvPr/>
        </p:nvSpPr>
        <p:spPr>
          <a:xfrm>
            <a:off x="737421" y="1794387"/>
            <a:ext cx="1023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model formula in R (amt)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17887-08B4-246F-FA0D-4ABB0E550B30}"/>
              </a:ext>
            </a:extLst>
          </p:cNvPr>
          <p:cNvSpPr txBox="1"/>
          <p:nvPr/>
        </p:nvSpPr>
        <p:spPr>
          <a:xfrm>
            <a:off x="1651821" y="2932165"/>
            <a:ext cx="3766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case ~</a:t>
            </a:r>
          </a:p>
          <a:p>
            <a:pPr lvl="1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cos(ta)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 +</a:t>
            </a:r>
          </a:p>
          <a:p>
            <a:pPr lvl="1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covariate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strata(step_id)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451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E38C-BF86-27B1-B972-C9CD145C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A5BD10-86E3-CB94-1F46-0DF35CA0A13A}"/>
              </a:ext>
            </a:extLst>
          </p:cNvPr>
          <p:cNvSpPr txBox="1"/>
          <p:nvPr/>
        </p:nvSpPr>
        <p:spPr>
          <a:xfrm>
            <a:off x="462116" y="471943"/>
            <a:ext cx="6667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4. Fit the model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800BC-58B1-B731-00DC-DF3ED2289324}"/>
              </a:ext>
            </a:extLst>
          </p:cNvPr>
          <p:cNvSpPr txBox="1"/>
          <p:nvPr/>
        </p:nvSpPr>
        <p:spPr>
          <a:xfrm>
            <a:off x="737421" y="1794387"/>
            <a:ext cx="1023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 model formula in R (amt)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7511C-AA92-D967-3E0E-9DD16A366B3D}"/>
              </a:ext>
            </a:extLst>
          </p:cNvPr>
          <p:cNvSpPr txBox="1"/>
          <p:nvPr/>
        </p:nvSpPr>
        <p:spPr>
          <a:xfrm>
            <a:off x="1651821" y="2932165"/>
            <a:ext cx="3766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case ~</a:t>
            </a:r>
          </a:p>
          <a:p>
            <a:pPr lvl="1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cos(ta)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 +</a:t>
            </a:r>
          </a:p>
          <a:p>
            <a:pPr lvl="1"/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covariate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strata(step_id)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942EFF-49A1-8CFA-F2BE-A1922FC41FB8}"/>
              </a:ext>
            </a:extLst>
          </p:cNvPr>
          <p:cNvSpPr txBox="1"/>
          <p:nvPr/>
        </p:nvSpPr>
        <p:spPr>
          <a:xfrm>
            <a:off x="4660930" y="3215175"/>
            <a:ext cx="28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>
                <a:solidFill>
                  <a:schemeClr val="bg1">
                    <a:lumMod val="95000"/>
                  </a:schemeClr>
                </a:solidFill>
              </a:rPr>
              <a:t>What’s this???</a:t>
            </a:r>
            <a:endParaRPr lang="es-E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F022DA70-4C42-8420-CBED-AA0ADB3AA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026735" flipH="1">
            <a:off x="4034570" y="3233835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  <p:sp>
        <p:nvSpPr>
          <p:cNvPr id="4" name="CuadroTexto 7">
            <a:extLst>
              <a:ext uri="{FF2B5EF4-FFF2-40B4-BE49-F238E27FC236}">
                <a16:creationId xmlns:a16="http://schemas.microsoft.com/office/drawing/2014/main" id="{2F9A059B-A0F1-0B8E-0DD8-B5F0DD85CF75}"/>
              </a:ext>
            </a:extLst>
          </p:cNvPr>
          <p:cNvSpPr txBox="1"/>
          <p:nvPr/>
        </p:nvSpPr>
        <p:spPr>
          <a:xfrm>
            <a:off x="5852836" y="5641610"/>
            <a:ext cx="28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>
                <a:solidFill>
                  <a:schemeClr val="bg1">
                    <a:lumMod val="95000"/>
                  </a:schemeClr>
                </a:solidFill>
              </a:rPr>
              <a:t>What’s that???</a:t>
            </a:r>
            <a:endParaRPr lang="es-E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Gráfico 8" descr="Flecha lineal: curva en sentido contrario de las agujas del reloj con relleno sólido">
            <a:extLst>
              <a:ext uri="{FF2B5EF4-FFF2-40B4-BE49-F238E27FC236}">
                <a16:creationId xmlns:a16="http://schemas.microsoft.com/office/drawing/2014/main" id="{4A5275A5-7620-4941-ED40-28499B992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006013" flipH="1">
            <a:off x="5094397" y="5289925"/>
            <a:ext cx="759958" cy="1009121"/>
          </a:xfrm>
          <a:prstGeom prst="rect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8982884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909A-E233-A787-CF88-3D0429A5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9E29B5-A2EA-DA77-5CC1-7179579FD138}"/>
              </a:ext>
            </a:extLst>
          </p:cNvPr>
          <p:cNvSpPr txBox="1"/>
          <p:nvPr/>
        </p:nvSpPr>
        <p:spPr>
          <a:xfrm>
            <a:off x="462116" y="471943"/>
            <a:ext cx="887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5. Interpret model outputs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294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F19C-60E6-CC32-F19A-B9F1F68F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633B0-33E8-C00B-22A7-AD909D6C9583}"/>
              </a:ext>
            </a:extLst>
          </p:cNvPr>
          <p:cNvSpPr txBox="1"/>
          <p:nvPr/>
        </p:nvSpPr>
        <p:spPr>
          <a:xfrm>
            <a:off x="462116" y="471943"/>
            <a:ext cx="887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5. Interpret model outputs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A0DFE-0E4A-1F2C-4E67-4FC8ACB89585}"/>
              </a:ext>
            </a:extLst>
          </p:cNvPr>
          <p:cNvSpPr txBox="1"/>
          <p:nvPr/>
        </p:nvSpPr>
        <p:spPr>
          <a:xfrm>
            <a:off x="737421" y="1794387"/>
            <a:ext cx="1023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Checking out the coefficients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B881A-7A15-BD12-628A-D405449EF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58" y="2440718"/>
            <a:ext cx="6045511" cy="42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217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4ECB-444A-4136-5BA5-0F951B0D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20795-7995-B286-F074-9708603D88C3}"/>
              </a:ext>
            </a:extLst>
          </p:cNvPr>
          <p:cNvSpPr txBox="1"/>
          <p:nvPr/>
        </p:nvSpPr>
        <p:spPr>
          <a:xfrm>
            <a:off x="462116" y="471943"/>
            <a:ext cx="887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5. Interpret model outputs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221F3-B279-DBD6-F394-B93204FB1D89}"/>
              </a:ext>
            </a:extLst>
          </p:cNvPr>
          <p:cNvSpPr txBox="1"/>
          <p:nvPr/>
        </p:nvSpPr>
        <p:spPr>
          <a:xfrm>
            <a:off x="737421" y="1794387"/>
            <a:ext cx="1023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Plotting</a:t>
            </a:r>
            <a:endParaRPr lang="en-GB" sz="3600" b="1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tge 11">
            <a:extLst>
              <a:ext uri="{FF2B5EF4-FFF2-40B4-BE49-F238E27FC236}">
                <a16:creationId xmlns:a16="http://schemas.microsoft.com/office/drawing/2014/main" id="{56EA7C15-A3A9-3FC1-4192-84822F9A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128" y="2736666"/>
            <a:ext cx="3187699" cy="2625990"/>
          </a:xfrm>
          <a:prstGeom prst="rect">
            <a:avLst/>
          </a:prstGeom>
        </p:spPr>
      </p:pic>
      <p:pic>
        <p:nvPicPr>
          <p:cNvPr id="6" name="Imatge 31">
            <a:extLst>
              <a:ext uri="{FF2B5EF4-FFF2-40B4-BE49-F238E27FC236}">
                <a16:creationId xmlns:a16="http://schemas.microsoft.com/office/drawing/2014/main" id="{27754ED8-EE00-8A31-B8E0-D7558D53E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119" y="2932165"/>
            <a:ext cx="3040911" cy="2430491"/>
          </a:xfrm>
          <a:prstGeom prst="rect">
            <a:avLst/>
          </a:prstGeom>
        </p:spPr>
      </p:pic>
      <p:pic>
        <p:nvPicPr>
          <p:cNvPr id="7" name="Imatge 10">
            <a:extLst>
              <a:ext uri="{FF2B5EF4-FFF2-40B4-BE49-F238E27FC236}">
                <a16:creationId xmlns:a16="http://schemas.microsoft.com/office/drawing/2014/main" id="{899B3C97-E522-8037-27C6-5E5B35B5E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20" y="3020804"/>
            <a:ext cx="3671999" cy="2430492"/>
          </a:xfrm>
          <a:prstGeom prst="rect">
            <a:avLst/>
          </a:prstGeom>
        </p:spPr>
      </p:pic>
      <p:sp>
        <p:nvSpPr>
          <p:cNvPr id="8" name="Forma libre: forma 8">
            <a:extLst>
              <a:ext uri="{FF2B5EF4-FFF2-40B4-BE49-F238E27FC236}">
                <a16:creationId xmlns:a16="http://schemas.microsoft.com/office/drawing/2014/main" id="{596083EB-4884-607F-5736-50F6ADC1EB1F}"/>
              </a:ext>
            </a:extLst>
          </p:cNvPr>
          <p:cNvSpPr/>
          <p:nvPr/>
        </p:nvSpPr>
        <p:spPr>
          <a:xfrm>
            <a:off x="647700" y="3587749"/>
            <a:ext cx="3344333" cy="1013883"/>
          </a:xfrm>
          <a:custGeom>
            <a:avLst/>
            <a:gdLst>
              <a:gd name="csX0" fmla="*/ 0 w 3344333"/>
              <a:gd name="csY0" fmla="*/ 1001742 h 1001742"/>
              <a:gd name="csX1" fmla="*/ 613833 w 3344333"/>
              <a:gd name="csY1" fmla="*/ 972109 h 1001742"/>
              <a:gd name="csX2" fmla="*/ 986367 w 3344333"/>
              <a:gd name="csY2" fmla="*/ 934009 h 1001742"/>
              <a:gd name="csX3" fmla="*/ 1312333 w 3344333"/>
              <a:gd name="csY3" fmla="*/ 828176 h 1001742"/>
              <a:gd name="csX4" fmla="*/ 1562100 w 3344333"/>
              <a:gd name="csY4" fmla="*/ 658842 h 1001742"/>
              <a:gd name="csX5" fmla="*/ 1689100 w 3344333"/>
              <a:gd name="csY5" fmla="*/ 366742 h 1001742"/>
              <a:gd name="csX6" fmla="*/ 1756833 w 3344333"/>
              <a:gd name="csY6" fmla="*/ 91576 h 1001742"/>
              <a:gd name="csX7" fmla="*/ 1790700 w 3344333"/>
              <a:gd name="csY7" fmla="*/ 36542 h 1001742"/>
              <a:gd name="csX8" fmla="*/ 1837267 w 3344333"/>
              <a:gd name="csY8" fmla="*/ 6909 h 1001742"/>
              <a:gd name="csX9" fmla="*/ 1888067 w 3344333"/>
              <a:gd name="csY9" fmla="*/ 6909 h 1001742"/>
              <a:gd name="csX10" fmla="*/ 1960033 w 3344333"/>
              <a:gd name="csY10" fmla="*/ 83109 h 1001742"/>
              <a:gd name="csX11" fmla="*/ 2019300 w 3344333"/>
              <a:gd name="csY11" fmla="*/ 277842 h 1001742"/>
              <a:gd name="csX12" fmla="*/ 2125133 w 3344333"/>
              <a:gd name="csY12" fmla="*/ 620742 h 1001742"/>
              <a:gd name="csX13" fmla="*/ 2281767 w 3344333"/>
              <a:gd name="csY13" fmla="*/ 849342 h 1001742"/>
              <a:gd name="csX14" fmla="*/ 2688167 w 3344333"/>
              <a:gd name="csY14" fmla="*/ 959409 h 1001742"/>
              <a:gd name="csX15" fmla="*/ 3344333 w 3344333"/>
              <a:gd name="csY15" fmla="*/ 997509 h 1001742"/>
              <a:gd name="csX0" fmla="*/ 0 w 3344333"/>
              <a:gd name="csY0" fmla="*/ 1001252 h 1001252"/>
              <a:gd name="csX1" fmla="*/ 613833 w 3344333"/>
              <a:gd name="csY1" fmla="*/ 971619 h 1001252"/>
              <a:gd name="csX2" fmla="*/ 986367 w 3344333"/>
              <a:gd name="csY2" fmla="*/ 933519 h 1001252"/>
              <a:gd name="csX3" fmla="*/ 1312333 w 3344333"/>
              <a:gd name="csY3" fmla="*/ 827686 h 1001252"/>
              <a:gd name="csX4" fmla="*/ 1562100 w 3344333"/>
              <a:gd name="csY4" fmla="*/ 658352 h 1001252"/>
              <a:gd name="csX5" fmla="*/ 1689100 w 3344333"/>
              <a:gd name="csY5" fmla="*/ 366252 h 1001252"/>
              <a:gd name="csX6" fmla="*/ 1756833 w 3344333"/>
              <a:gd name="csY6" fmla="*/ 91086 h 1001252"/>
              <a:gd name="csX7" fmla="*/ 1784350 w 3344333"/>
              <a:gd name="csY7" fmla="*/ 25469 h 1001252"/>
              <a:gd name="csX8" fmla="*/ 1837267 w 3344333"/>
              <a:gd name="csY8" fmla="*/ 6419 h 1001252"/>
              <a:gd name="csX9" fmla="*/ 1888067 w 3344333"/>
              <a:gd name="csY9" fmla="*/ 6419 h 1001252"/>
              <a:gd name="csX10" fmla="*/ 1960033 w 3344333"/>
              <a:gd name="csY10" fmla="*/ 82619 h 1001252"/>
              <a:gd name="csX11" fmla="*/ 2019300 w 3344333"/>
              <a:gd name="csY11" fmla="*/ 277352 h 1001252"/>
              <a:gd name="csX12" fmla="*/ 2125133 w 3344333"/>
              <a:gd name="csY12" fmla="*/ 620252 h 1001252"/>
              <a:gd name="csX13" fmla="*/ 2281767 w 3344333"/>
              <a:gd name="csY13" fmla="*/ 848852 h 1001252"/>
              <a:gd name="csX14" fmla="*/ 2688167 w 3344333"/>
              <a:gd name="csY14" fmla="*/ 958919 h 1001252"/>
              <a:gd name="csX15" fmla="*/ 3344333 w 3344333"/>
              <a:gd name="csY15" fmla="*/ 997019 h 1001252"/>
              <a:gd name="csX0" fmla="*/ 0 w 3344333"/>
              <a:gd name="csY0" fmla="*/ 1014676 h 1014676"/>
              <a:gd name="csX1" fmla="*/ 613833 w 3344333"/>
              <a:gd name="csY1" fmla="*/ 985043 h 1014676"/>
              <a:gd name="csX2" fmla="*/ 986367 w 3344333"/>
              <a:gd name="csY2" fmla="*/ 946943 h 1014676"/>
              <a:gd name="csX3" fmla="*/ 1312333 w 3344333"/>
              <a:gd name="csY3" fmla="*/ 841110 h 1014676"/>
              <a:gd name="csX4" fmla="*/ 1562100 w 3344333"/>
              <a:gd name="csY4" fmla="*/ 671776 h 1014676"/>
              <a:gd name="csX5" fmla="*/ 1689100 w 3344333"/>
              <a:gd name="csY5" fmla="*/ 379676 h 1014676"/>
              <a:gd name="csX6" fmla="*/ 1756833 w 3344333"/>
              <a:gd name="csY6" fmla="*/ 104510 h 1014676"/>
              <a:gd name="csX7" fmla="*/ 1784350 w 3344333"/>
              <a:gd name="csY7" fmla="*/ 38893 h 1014676"/>
              <a:gd name="csX8" fmla="*/ 1822450 w 3344333"/>
              <a:gd name="csY8" fmla="*/ 793 h 1014676"/>
              <a:gd name="csX9" fmla="*/ 1888067 w 3344333"/>
              <a:gd name="csY9" fmla="*/ 19843 h 1014676"/>
              <a:gd name="csX10" fmla="*/ 1960033 w 3344333"/>
              <a:gd name="csY10" fmla="*/ 96043 h 1014676"/>
              <a:gd name="csX11" fmla="*/ 2019300 w 3344333"/>
              <a:gd name="csY11" fmla="*/ 290776 h 1014676"/>
              <a:gd name="csX12" fmla="*/ 2125133 w 3344333"/>
              <a:gd name="csY12" fmla="*/ 633676 h 1014676"/>
              <a:gd name="csX13" fmla="*/ 2281767 w 3344333"/>
              <a:gd name="csY13" fmla="*/ 862276 h 1014676"/>
              <a:gd name="csX14" fmla="*/ 2688167 w 3344333"/>
              <a:gd name="csY14" fmla="*/ 972343 h 1014676"/>
              <a:gd name="csX15" fmla="*/ 3344333 w 3344333"/>
              <a:gd name="csY15" fmla="*/ 1010443 h 1014676"/>
              <a:gd name="csX0" fmla="*/ 0 w 3344333"/>
              <a:gd name="csY0" fmla="*/ 1013931 h 1013931"/>
              <a:gd name="csX1" fmla="*/ 613833 w 3344333"/>
              <a:gd name="csY1" fmla="*/ 984298 h 1013931"/>
              <a:gd name="csX2" fmla="*/ 986367 w 3344333"/>
              <a:gd name="csY2" fmla="*/ 946198 h 1013931"/>
              <a:gd name="csX3" fmla="*/ 1312333 w 3344333"/>
              <a:gd name="csY3" fmla="*/ 840365 h 1013931"/>
              <a:gd name="csX4" fmla="*/ 1562100 w 3344333"/>
              <a:gd name="csY4" fmla="*/ 671031 h 1013931"/>
              <a:gd name="csX5" fmla="*/ 1689100 w 3344333"/>
              <a:gd name="csY5" fmla="*/ 378931 h 1013931"/>
              <a:gd name="csX6" fmla="*/ 1756833 w 3344333"/>
              <a:gd name="csY6" fmla="*/ 103765 h 1013931"/>
              <a:gd name="csX7" fmla="*/ 1784350 w 3344333"/>
              <a:gd name="csY7" fmla="*/ 38148 h 1013931"/>
              <a:gd name="csX8" fmla="*/ 1822450 w 3344333"/>
              <a:gd name="csY8" fmla="*/ 48 h 1013931"/>
              <a:gd name="csX9" fmla="*/ 1890184 w 3344333"/>
              <a:gd name="csY9" fmla="*/ 31798 h 1013931"/>
              <a:gd name="csX10" fmla="*/ 1960033 w 3344333"/>
              <a:gd name="csY10" fmla="*/ 95298 h 1013931"/>
              <a:gd name="csX11" fmla="*/ 2019300 w 3344333"/>
              <a:gd name="csY11" fmla="*/ 290031 h 1013931"/>
              <a:gd name="csX12" fmla="*/ 2125133 w 3344333"/>
              <a:gd name="csY12" fmla="*/ 632931 h 1013931"/>
              <a:gd name="csX13" fmla="*/ 2281767 w 3344333"/>
              <a:gd name="csY13" fmla="*/ 861531 h 1013931"/>
              <a:gd name="csX14" fmla="*/ 2688167 w 3344333"/>
              <a:gd name="csY14" fmla="*/ 971598 h 1013931"/>
              <a:gd name="csX15" fmla="*/ 3344333 w 3344333"/>
              <a:gd name="csY15" fmla="*/ 1009698 h 1013931"/>
              <a:gd name="csX0" fmla="*/ 0 w 3344333"/>
              <a:gd name="csY0" fmla="*/ 1013931 h 1013931"/>
              <a:gd name="csX1" fmla="*/ 613833 w 3344333"/>
              <a:gd name="csY1" fmla="*/ 984298 h 1013931"/>
              <a:gd name="csX2" fmla="*/ 986367 w 3344333"/>
              <a:gd name="csY2" fmla="*/ 946198 h 1013931"/>
              <a:gd name="csX3" fmla="*/ 1312333 w 3344333"/>
              <a:gd name="csY3" fmla="*/ 840365 h 1013931"/>
              <a:gd name="csX4" fmla="*/ 1562100 w 3344333"/>
              <a:gd name="csY4" fmla="*/ 671031 h 1013931"/>
              <a:gd name="csX5" fmla="*/ 1689100 w 3344333"/>
              <a:gd name="csY5" fmla="*/ 378931 h 1013931"/>
              <a:gd name="csX6" fmla="*/ 1756833 w 3344333"/>
              <a:gd name="csY6" fmla="*/ 103765 h 1013931"/>
              <a:gd name="csX7" fmla="*/ 1784350 w 3344333"/>
              <a:gd name="csY7" fmla="*/ 38148 h 1013931"/>
              <a:gd name="csX8" fmla="*/ 1833034 w 3344333"/>
              <a:gd name="csY8" fmla="*/ 48 h 1013931"/>
              <a:gd name="csX9" fmla="*/ 1890184 w 3344333"/>
              <a:gd name="csY9" fmla="*/ 31798 h 1013931"/>
              <a:gd name="csX10" fmla="*/ 1960033 w 3344333"/>
              <a:gd name="csY10" fmla="*/ 95298 h 1013931"/>
              <a:gd name="csX11" fmla="*/ 2019300 w 3344333"/>
              <a:gd name="csY11" fmla="*/ 290031 h 1013931"/>
              <a:gd name="csX12" fmla="*/ 2125133 w 3344333"/>
              <a:gd name="csY12" fmla="*/ 632931 h 1013931"/>
              <a:gd name="csX13" fmla="*/ 2281767 w 3344333"/>
              <a:gd name="csY13" fmla="*/ 861531 h 1013931"/>
              <a:gd name="csX14" fmla="*/ 2688167 w 3344333"/>
              <a:gd name="csY14" fmla="*/ 971598 h 1013931"/>
              <a:gd name="csX15" fmla="*/ 3344333 w 3344333"/>
              <a:gd name="csY15" fmla="*/ 1009698 h 1013931"/>
              <a:gd name="csX0" fmla="*/ 0 w 3344333"/>
              <a:gd name="csY0" fmla="*/ 1013974 h 1013974"/>
              <a:gd name="csX1" fmla="*/ 613833 w 3344333"/>
              <a:gd name="csY1" fmla="*/ 984341 h 1013974"/>
              <a:gd name="csX2" fmla="*/ 986367 w 3344333"/>
              <a:gd name="csY2" fmla="*/ 946241 h 1013974"/>
              <a:gd name="csX3" fmla="*/ 1312333 w 3344333"/>
              <a:gd name="csY3" fmla="*/ 840408 h 1013974"/>
              <a:gd name="csX4" fmla="*/ 1562100 w 3344333"/>
              <a:gd name="csY4" fmla="*/ 671074 h 1013974"/>
              <a:gd name="csX5" fmla="*/ 1689100 w 3344333"/>
              <a:gd name="csY5" fmla="*/ 378974 h 1013974"/>
              <a:gd name="csX6" fmla="*/ 1756833 w 3344333"/>
              <a:gd name="csY6" fmla="*/ 103808 h 1013974"/>
              <a:gd name="csX7" fmla="*/ 1784350 w 3344333"/>
              <a:gd name="csY7" fmla="*/ 38191 h 1013974"/>
              <a:gd name="csX8" fmla="*/ 1833034 w 3344333"/>
              <a:gd name="csY8" fmla="*/ 91 h 1013974"/>
              <a:gd name="csX9" fmla="*/ 1905001 w 3344333"/>
              <a:gd name="csY9" fmla="*/ 29724 h 1013974"/>
              <a:gd name="csX10" fmla="*/ 1960033 w 3344333"/>
              <a:gd name="csY10" fmla="*/ 95341 h 1013974"/>
              <a:gd name="csX11" fmla="*/ 2019300 w 3344333"/>
              <a:gd name="csY11" fmla="*/ 290074 h 1013974"/>
              <a:gd name="csX12" fmla="*/ 2125133 w 3344333"/>
              <a:gd name="csY12" fmla="*/ 632974 h 1013974"/>
              <a:gd name="csX13" fmla="*/ 2281767 w 3344333"/>
              <a:gd name="csY13" fmla="*/ 861574 h 1013974"/>
              <a:gd name="csX14" fmla="*/ 2688167 w 3344333"/>
              <a:gd name="csY14" fmla="*/ 971641 h 1013974"/>
              <a:gd name="csX15" fmla="*/ 3344333 w 3344333"/>
              <a:gd name="csY15" fmla="*/ 1009741 h 1013974"/>
              <a:gd name="csX0" fmla="*/ 0 w 3344333"/>
              <a:gd name="csY0" fmla="*/ 1013987 h 1013987"/>
              <a:gd name="csX1" fmla="*/ 613833 w 3344333"/>
              <a:gd name="csY1" fmla="*/ 984354 h 1013987"/>
              <a:gd name="csX2" fmla="*/ 986367 w 3344333"/>
              <a:gd name="csY2" fmla="*/ 946254 h 1013987"/>
              <a:gd name="csX3" fmla="*/ 1312333 w 3344333"/>
              <a:gd name="csY3" fmla="*/ 840421 h 1013987"/>
              <a:gd name="csX4" fmla="*/ 1562100 w 3344333"/>
              <a:gd name="csY4" fmla="*/ 671087 h 1013987"/>
              <a:gd name="csX5" fmla="*/ 1689100 w 3344333"/>
              <a:gd name="csY5" fmla="*/ 378987 h 1013987"/>
              <a:gd name="csX6" fmla="*/ 1756833 w 3344333"/>
              <a:gd name="csY6" fmla="*/ 103821 h 1013987"/>
              <a:gd name="csX7" fmla="*/ 1784350 w 3344333"/>
              <a:gd name="csY7" fmla="*/ 38204 h 1013987"/>
              <a:gd name="csX8" fmla="*/ 1833034 w 3344333"/>
              <a:gd name="csY8" fmla="*/ 104 h 1013987"/>
              <a:gd name="csX9" fmla="*/ 1905001 w 3344333"/>
              <a:gd name="csY9" fmla="*/ 29737 h 1013987"/>
              <a:gd name="csX10" fmla="*/ 1936749 w 3344333"/>
              <a:gd name="csY10" fmla="*/ 108054 h 1013987"/>
              <a:gd name="csX11" fmla="*/ 2019300 w 3344333"/>
              <a:gd name="csY11" fmla="*/ 290087 h 1013987"/>
              <a:gd name="csX12" fmla="*/ 2125133 w 3344333"/>
              <a:gd name="csY12" fmla="*/ 632987 h 1013987"/>
              <a:gd name="csX13" fmla="*/ 2281767 w 3344333"/>
              <a:gd name="csY13" fmla="*/ 861587 h 1013987"/>
              <a:gd name="csX14" fmla="*/ 2688167 w 3344333"/>
              <a:gd name="csY14" fmla="*/ 971654 h 1013987"/>
              <a:gd name="csX15" fmla="*/ 3344333 w 3344333"/>
              <a:gd name="csY15" fmla="*/ 1009754 h 1013987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56833 w 3344333"/>
              <a:gd name="csY6" fmla="*/ 103717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36749 w 3344333"/>
              <a:gd name="csY10" fmla="*/ 107950 h 1013883"/>
              <a:gd name="csX11" fmla="*/ 2019300 w 3344333"/>
              <a:gd name="csY11" fmla="*/ 2899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56833 w 3344333"/>
              <a:gd name="csY6" fmla="*/ 103717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36749 w 3344333"/>
              <a:gd name="csY10" fmla="*/ 107950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56833 w 3344333"/>
              <a:gd name="csY6" fmla="*/ 103717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34632 w 3344333"/>
              <a:gd name="csY10" fmla="*/ 127000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46250 w 3344333"/>
              <a:gd name="csY6" fmla="*/ 137584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34632 w 3344333"/>
              <a:gd name="csY10" fmla="*/ 127000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46250 w 3344333"/>
              <a:gd name="csY6" fmla="*/ 137584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4350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1998134 w 3344333"/>
              <a:gd name="csY11" fmla="*/ 302683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2004484 w 3344333"/>
              <a:gd name="csY11" fmla="*/ 364066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2025650 w 3344333"/>
              <a:gd name="csY11" fmla="*/ 364066 h 1013883"/>
              <a:gd name="csX12" fmla="*/ 2125133 w 3344333"/>
              <a:gd name="csY12" fmla="*/ 6328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2025650 w 3344333"/>
              <a:gd name="csY11" fmla="*/ 364066 h 1013883"/>
              <a:gd name="csX12" fmla="*/ 2118783 w 3344333"/>
              <a:gd name="csY12" fmla="*/ 645583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2025650 w 3344333"/>
              <a:gd name="csY11" fmla="*/ 364066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53682 w 3344333"/>
              <a:gd name="csY10" fmla="*/ 148167 h 1013883"/>
              <a:gd name="csX11" fmla="*/ 2010834 w 3344333"/>
              <a:gd name="csY11" fmla="*/ 366182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40982 w 3344333"/>
              <a:gd name="csY10" fmla="*/ 152401 h 1013883"/>
              <a:gd name="csX11" fmla="*/ 2010834 w 3344333"/>
              <a:gd name="csY11" fmla="*/ 366182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96534 w 3344333"/>
              <a:gd name="csY9" fmla="*/ 38099 h 1013883"/>
              <a:gd name="csX10" fmla="*/ 1940982 w 3344333"/>
              <a:gd name="csY10" fmla="*/ 152401 h 1013883"/>
              <a:gd name="csX11" fmla="*/ 1993900 w 3344333"/>
              <a:gd name="csY11" fmla="*/ 370416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83834 w 3344333"/>
              <a:gd name="csY9" fmla="*/ 38099 h 1013883"/>
              <a:gd name="csX10" fmla="*/ 1940982 w 3344333"/>
              <a:gd name="csY10" fmla="*/ 152401 h 1013883"/>
              <a:gd name="csX11" fmla="*/ 1993900 w 3344333"/>
              <a:gd name="csY11" fmla="*/ 370416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3778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83834 w 3344333"/>
              <a:gd name="csY9" fmla="*/ 38099 h 1013883"/>
              <a:gd name="csX10" fmla="*/ 1926165 w 3344333"/>
              <a:gd name="csY10" fmla="*/ 152401 h 1013883"/>
              <a:gd name="csX11" fmla="*/ 1993900 w 3344333"/>
              <a:gd name="csY11" fmla="*/ 370416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  <a:gd name="csX0" fmla="*/ 0 w 3344333"/>
              <a:gd name="csY0" fmla="*/ 1013883 h 1013883"/>
              <a:gd name="csX1" fmla="*/ 613833 w 3344333"/>
              <a:gd name="csY1" fmla="*/ 984250 h 1013883"/>
              <a:gd name="csX2" fmla="*/ 986367 w 3344333"/>
              <a:gd name="csY2" fmla="*/ 946150 h 1013883"/>
              <a:gd name="csX3" fmla="*/ 1312333 w 3344333"/>
              <a:gd name="csY3" fmla="*/ 840317 h 1013883"/>
              <a:gd name="csX4" fmla="*/ 1562100 w 3344333"/>
              <a:gd name="csY4" fmla="*/ 670983 h 1013883"/>
              <a:gd name="csX5" fmla="*/ 1689100 w 3344333"/>
              <a:gd name="csY5" fmla="*/ 378883 h 1013883"/>
              <a:gd name="csX6" fmla="*/ 1744133 w 3344333"/>
              <a:gd name="csY6" fmla="*/ 152401 h 1013883"/>
              <a:gd name="csX7" fmla="*/ 1780116 w 3344333"/>
              <a:gd name="csY7" fmla="*/ 38100 h 1013883"/>
              <a:gd name="csX8" fmla="*/ 1833034 w 3344333"/>
              <a:gd name="csY8" fmla="*/ 0 h 1013883"/>
              <a:gd name="csX9" fmla="*/ 1883834 w 3344333"/>
              <a:gd name="csY9" fmla="*/ 38099 h 1013883"/>
              <a:gd name="csX10" fmla="*/ 1926165 w 3344333"/>
              <a:gd name="csY10" fmla="*/ 152401 h 1013883"/>
              <a:gd name="csX11" fmla="*/ 1993900 w 3344333"/>
              <a:gd name="csY11" fmla="*/ 370416 h 1013883"/>
              <a:gd name="csX12" fmla="*/ 2112433 w 3344333"/>
              <a:gd name="csY12" fmla="*/ 660399 h 1013883"/>
              <a:gd name="csX13" fmla="*/ 2281767 w 3344333"/>
              <a:gd name="csY13" fmla="*/ 861483 h 1013883"/>
              <a:gd name="csX14" fmla="*/ 2688167 w 3344333"/>
              <a:gd name="csY14" fmla="*/ 971550 h 1013883"/>
              <a:gd name="csX15" fmla="*/ 3344333 w 3344333"/>
              <a:gd name="csY15" fmla="*/ 1009650 h 1013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344333" h="1013883">
                <a:moveTo>
                  <a:pt x="0" y="1013883"/>
                </a:moveTo>
                <a:lnTo>
                  <a:pt x="613833" y="984250"/>
                </a:lnTo>
                <a:cubicBezTo>
                  <a:pt x="778227" y="972961"/>
                  <a:pt x="869950" y="970139"/>
                  <a:pt x="986367" y="946150"/>
                </a:cubicBezTo>
                <a:cubicBezTo>
                  <a:pt x="1102784" y="922161"/>
                  <a:pt x="1216378" y="886178"/>
                  <a:pt x="1312333" y="840317"/>
                </a:cubicBezTo>
                <a:cubicBezTo>
                  <a:pt x="1408288" y="794456"/>
                  <a:pt x="1499306" y="747889"/>
                  <a:pt x="1562100" y="670983"/>
                </a:cubicBezTo>
                <a:cubicBezTo>
                  <a:pt x="1624894" y="594077"/>
                  <a:pt x="1658761" y="465313"/>
                  <a:pt x="1689100" y="378883"/>
                </a:cubicBezTo>
                <a:cubicBezTo>
                  <a:pt x="1719439" y="292453"/>
                  <a:pt x="1728964" y="209198"/>
                  <a:pt x="1744133" y="152401"/>
                </a:cubicBezTo>
                <a:cubicBezTo>
                  <a:pt x="1759302" y="95604"/>
                  <a:pt x="1765299" y="63500"/>
                  <a:pt x="1780116" y="38100"/>
                </a:cubicBezTo>
                <a:cubicBezTo>
                  <a:pt x="1794933" y="12700"/>
                  <a:pt x="1815748" y="0"/>
                  <a:pt x="1833034" y="0"/>
                </a:cubicBezTo>
                <a:cubicBezTo>
                  <a:pt x="1850320" y="0"/>
                  <a:pt x="1868312" y="12699"/>
                  <a:pt x="1883834" y="38099"/>
                </a:cubicBezTo>
                <a:cubicBezTo>
                  <a:pt x="1899356" y="63499"/>
                  <a:pt x="1907821" y="97015"/>
                  <a:pt x="1926165" y="152401"/>
                </a:cubicBezTo>
                <a:cubicBezTo>
                  <a:pt x="1944509" y="207787"/>
                  <a:pt x="1962855" y="285750"/>
                  <a:pt x="1993900" y="370416"/>
                </a:cubicBezTo>
                <a:cubicBezTo>
                  <a:pt x="2024945" y="455082"/>
                  <a:pt x="2064455" y="578555"/>
                  <a:pt x="2112433" y="660399"/>
                </a:cubicBezTo>
                <a:cubicBezTo>
                  <a:pt x="2160411" y="742243"/>
                  <a:pt x="2185811" y="809625"/>
                  <a:pt x="2281767" y="861483"/>
                </a:cubicBezTo>
                <a:cubicBezTo>
                  <a:pt x="2377723" y="913341"/>
                  <a:pt x="2511073" y="946856"/>
                  <a:pt x="2688167" y="971550"/>
                </a:cubicBezTo>
                <a:cubicBezTo>
                  <a:pt x="2865261" y="996244"/>
                  <a:pt x="3104797" y="1002947"/>
                  <a:pt x="3344333" y="10096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orma libre: forma 9">
            <a:extLst>
              <a:ext uri="{FF2B5EF4-FFF2-40B4-BE49-F238E27FC236}">
                <a16:creationId xmlns:a16="http://schemas.microsoft.com/office/drawing/2014/main" id="{F3FF6AFE-60DD-267D-78DA-FA3352618B38}"/>
              </a:ext>
            </a:extLst>
          </p:cNvPr>
          <p:cNvSpPr/>
          <p:nvPr/>
        </p:nvSpPr>
        <p:spPr>
          <a:xfrm>
            <a:off x="4530725" y="4048125"/>
            <a:ext cx="2536825" cy="638472"/>
          </a:xfrm>
          <a:custGeom>
            <a:avLst/>
            <a:gdLst>
              <a:gd name="csX0" fmla="*/ 0 w 2536825"/>
              <a:gd name="csY0" fmla="*/ 0 h 638472"/>
              <a:gd name="csX1" fmla="*/ 234950 w 2536825"/>
              <a:gd name="csY1" fmla="*/ 206375 h 638472"/>
              <a:gd name="csX2" fmla="*/ 609600 w 2536825"/>
              <a:gd name="csY2" fmla="*/ 412750 h 638472"/>
              <a:gd name="csX3" fmla="*/ 1327150 w 2536825"/>
              <a:gd name="csY3" fmla="*/ 574675 h 638472"/>
              <a:gd name="csX4" fmla="*/ 2073275 w 2536825"/>
              <a:gd name="csY4" fmla="*/ 631825 h 638472"/>
              <a:gd name="csX5" fmla="*/ 2536825 w 2536825"/>
              <a:gd name="csY5" fmla="*/ 635000 h 638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536825" h="638472">
                <a:moveTo>
                  <a:pt x="0" y="0"/>
                </a:moveTo>
                <a:cubicBezTo>
                  <a:pt x="66675" y="68791"/>
                  <a:pt x="133350" y="137583"/>
                  <a:pt x="234950" y="206375"/>
                </a:cubicBezTo>
                <a:cubicBezTo>
                  <a:pt x="336550" y="275167"/>
                  <a:pt x="427567" y="351367"/>
                  <a:pt x="609600" y="412750"/>
                </a:cubicBezTo>
                <a:cubicBezTo>
                  <a:pt x="791633" y="474133"/>
                  <a:pt x="1083204" y="538163"/>
                  <a:pt x="1327150" y="574675"/>
                </a:cubicBezTo>
                <a:cubicBezTo>
                  <a:pt x="1571096" y="611187"/>
                  <a:pt x="1871663" y="621771"/>
                  <a:pt x="2073275" y="631825"/>
                </a:cubicBezTo>
                <a:cubicBezTo>
                  <a:pt x="2274888" y="641879"/>
                  <a:pt x="2405856" y="638439"/>
                  <a:pt x="2536825" y="6350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C8F41-81DE-D8E0-3719-604B94B3528D}"/>
              </a:ext>
            </a:extLst>
          </p:cNvPr>
          <p:cNvSpPr txBox="1"/>
          <p:nvPr/>
        </p:nvSpPr>
        <p:spPr>
          <a:xfrm>
            <a:off x="4666915" y="3412245"/>
            <a:ext cx="2848893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noProof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With selection</a:t>
            </a:r>
            <a:endParaRPr lang="en-GB" sz="2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7FE1633-2DE9-D6A5-FBE5-0BA041033826}"/>
              </a:ext>
            </a:extLst>
          </p:cNvPr>
          <p:cNvSpPr txBox="1"/>
          <p:nvPr/>
        </p:nvSpPr>
        <p:spPr>
          <a:xfrm>
            <a:off x="4319699" y="3687163"/>
            <a:ext cx="3438991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noProof="0">
                <a:solidFill>
                  <a:srgbClr val="FFFF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Without selection</a:t>
            </a:r>
            <a:endParaRPr lang="en-GB" sz="2000" noProof="0" dirty="0">
              <a:solidFill>
                <a:srgbClr val="FFFF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903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8EEA-51F2-B3FD-DD86-92852632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3E308-A9ED-B214-C902-DE345D299F05}"/>
              </a:ext>
            </a:extLst>
          </p:cNvPr>
          <p:cNvSpPr txBox="1"/>
          <p:nvPr/>
        </p:nvSpPr>
        <p:spPr>
          <a:xfrm>
            <a:off x="462116" y="471943"/>
            <a:ext cx="1156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Take home messages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D17AE-2FA6-23DF-8258-1C6E3F499961}"/>
              </a:ext>
            </a:extLst>
          </p:cNvPr>
          <p:cNvSpPr txBox="1"/>
          <p:nvPr/>
        </p:nvSpPr>
        <p:spPr>
          <a:xfrm>
            <a:off x="737421" y="1794387"/>
            <a:ext cx="10984679" cy="4548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Fitting simple SSFs in R is not difficult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Formatting the data is what takes the most time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We can add selection terms for step length and turning angle to our model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These terms allow us to get selection-free movement coefficients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20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1715</Words>
  <Application>Microsoft Office PowerPoint</Application>
  <PresentationFormat>Widescreen</PresentationFormat>
  <Paragraphs>444</Paragraphs>
  <Slides>61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Aptos</vt:lpstr>
      <vt:lpstr>Aptos Display</vt:lpstr>
      <vt:lpstr>Arial</vt:lpstr>
      <vt:lpstr>Cambria Math</vt:lpstr>
      <vt:lpstr>Montserrat</vt:lpstr>
      <vt:lpstr>Source Sans Pro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Ordax Sommer</dc:creator>
  <cp:lastModifiedBy>Nicolás Ordax Sommer</cp:lastModifiedBy>
  <cp:revision>1</cp:revision>
  <dcterms:created xsi:type="dcterms:W3CDTF">2026-02-03T14:31:29Z</dcterms:created>
  <dcterms:modified xsi:type="dcterms:W3CDTF">2026-03-25T15:23:04Z</dcterms:modified>
</cp:coreProperties>
</file>